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9"/>
  </p:notesMasterIdLst>
  <p:handoutMasterIdLst>
    <p:handoutMasterId r:id="rId40"/>
  </p:handoutMasterIdLst>
  <p:sldIdLst>
    <p:sldId id="303" r:id="rId5"/>
    <p:sldId id="302" r:id="rId6"/>
    <p:sldId id="304" r:id="rId7"/>
    <p:sldId id="305" r:id="rId8"/>
    <p:sldId id="306" r:id="rId9"/>
    <p:sldId id="307" r:id="rId10"/>
    <p:sldId id="308" r:id="rId11"/>
    <p:sldId id="309" r:id="rId12"/>
    <p:sldId id="310" r:id="rId13"/>
    <p:sldId id="311" r:id="rId14"/>
    <p:sldId id="312" r:id="rId15"/>
    <p:sldId id="338" r:id="rId16"/>
    <p:sldId id="341" r:id="rId17"/>
    <p:sldId id="313" r:id="rId18"/>
    <p:sldId id="314" r:id="rId19"/>
    <p:sldId id="342" r:id="rId20"/>
    <p:sldId id="315" r:id="rId21"/>
    <p:sldId id="316" r:id="rId22"/>
    <p:sldId id="317" r:id="rId23"/>
    <p:sldId id="318" r:id="rId24"/>
    <p:sldId id="319" r:id="rId25"/>
    <p:sldId id="320" r:id="rId26"/>
    <p:sldId id="321" r:id="rId27"/>
    <p:sldId id="322" r:id="rId28"/>
    <p:sldId id="323" r:id="rId29"/>
    <p:sldId id="324" r:id="rId30"/>
    <p:sldId id="325" r:id="rId31"/>
    <p:sldId id="326" r:id="rId32"/>
    <p:sldId id="327" r:id="rId33"/>
    <p:sldId id="328" r:id="rId34"/>
    <p:sldId id="329" r:id="rId35"/>
    <p:sldId id="330" r:id="rId36"/>
    <p:sldId id="331" r:id="rId37"/>
    <p:sldId id="33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51E7"/>
    <a:srgbClr val="8080BB"/>
    <a:srgbClr val="81ADB6"/>
    <a:srgbClr val="67D571"/>
    <a:srgbClr val="DDAB5B"/>
    <a:srgbClr val="F75A3B"/>
    <a:srgbClr val="A785B8"/>
    <a:srgbClr val="8197B6"/>
    <a:srgbClr val="B681AE"/>
    <a:srgbClr val="394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9599BF-8E8E-0A0D-D0B2-F45CE7873D4F}" v="52" dt="2025-08-20T20:12:00.3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0689" autoAdjust="0"/>
    <p:restoredTop sz="94660" autoAdjust="0"/>
  </p:normalViewPr>
  <p:slideViewPr>
    <p:cSldViewPr snapToGrid="0">
      <p:cViewPr varScale="1">
        <p:scale>
          <a:sx n="115" d="100"/>
          <a:sy n="115" d="100"/>
        </p:scale>
        <p:origin x="162" y="10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ssaid Achraf" userId="03a2e7ce-53ea-4e25-be87-7ad6548d38bb" providerId="ADAL" clId="{0B888BD8-D9C9-4E41-AA6F-7D06E306B6C1}"/>
    <pc:docChg chg="modSld">
      <pc:chgData name="Moussaid Achraf" userId="03a2e7ce-53ea-4e25-be87-7ad6548d38bb" providerId="ADAL" clId="{0B888BD8-D9C9-4E41-AA6F-7D06E306B6C1}" dt="2023-01-22T20:48:18.806" v="0"/>
      <pc:docMkLst>
        <pc:docMk/>
      </pc:docMkLst>
      <pc:sldChg chg="delSp">
        <pc:chgData name="Moussaid Achraf" userId="03a2e7ce-53ea-4e25-be87-7ad6548d38bb" providerId="ADAL" clId="{0B888BD8-D9C9-4E41-AA6F-7D06E306B6C1}" dt="2023-01-22T20:48:18.806" v="0"/>
        <pc:sldMkLst>
          <pc:docMk/>
          <pc:sldMk cId="1970260803" sldId="257"/>
        </pc:sldMkLst>
      </pc:sldChg>
      <pc:sldChg chg="delSp">
        <pc:chgData name="Moussaid Achraf" userId="03a2e7ce-53ea-4e25-be87-7ad6548d38bb" providerId="ADAL" clId="{0B888BD8-D9C9-4E41-AA6F-7D06E306B6C1}" dt="2023-01-22T20:48:18.806" v="0"/>
        <pc:sldMkLst>
          <pc:docMk/>
          <pc:sldMk cId="3867638448" sldId="259"/>
        </pc:sldMkLst>
      </pc:sldChg>
      <pc:sldChg chg="delSp">
        <pc:chgData name="Moussaid Achraf" userId="03a2e7ce-53ea-4e25-be87-7ad6548d38bb" providerId="ADAL" clId="{0B888BD8-D9C9-4E41-AA6F-7D06E306B6C1}" dt="2023-01-22T20:48:18.806" v="0"/>
        <pc:sldMkLst>
          <pc:docMk/>
          <pc:sldMk cId="1986893385" sldId="260"/>
        </pc:sldMkLst>
      </pc:sldChg>
      <pc:sldChg chg="delSp">
        <pc:chgData name="Moussaid Achraf" userId="03a2e7ce-53ea-4e25-be87-7ad6548d38bb" providerId="ADAL" clId="{0B888BD8-D9C9-4E41-AA6F-7D06E306B6C1}" dt="2023-01-22T20:48:18.806" v="0"/>
        <pc:sldMkLst>
          <pc:docMk/>
          <pc:sldMk cId="2643111235" sldId="261"/>
        </pc:sldMkLst>
      </pc:sldChg>
      <pc:sldChg chg="delSp">
        <pc:chgData name="Moussaid Achraf" userId="03a2e7ce-53ea-4e25-be87-7ad6548d38bb" providerId="ADAL" clId="{0B888BD8-D9C9-4E41-AA6F-7D06E306B6C1}" dt="2023-01-22T20:48:18.806" v="0"/>
        <pc:sldMkLst>
          <pc:docMk/>
          <pc:sldMk cId="3649680850" sldId="262"/>
        </pc:sldMkLst>
      </pc:sldChg>
      <pc:sldChg chg="delSp">
        <pc:chgData name="Moussaid Achraf" userId="03a2e7ce-53ea-4e25-be87-7ad6548d38bb" providerId="ADAL" clId="{0B888BD8-D9C9-4E41-AA6F-7D06E306B6C1}" dt="2023-01-22T20:48:18.806" v="0"/>
        <pc:sldMkLst>
          <pc:docMk/>
          <pc:sldMk cId="1870217021" sldId="263"/>
        </pc:sldMkLst>
      </pc:sldChg>
      <pc:sldChg chg="delSp">
        <pc:chgData name="Moussaid Achraf" userId="03a2e7ce-53ea-4e25-be87-7ad6548d38bb" providerId="ADAL" clId="{0B888BD8-D9C9-4E41-AA6F-7D06E306B6C1}" dt="2023-01-22T20:48:18.806" v="0"/>
        <pc:sldMkLst>
          <pc:docMk/>
          <pc:sldMk cId="2061330663" sldId="264"/>
        </pc:sldMkLst>
      </pc:sldChg>
      <pc:sldChg chg="delSp">
        <pc:chgData name="Moussaid Achraf" userId="03a2e7ce-53ea-4e25-be87-7ad6548d38bb" providerId="ADAL" clId="{0B888BD8-D9C9-4E41-AA6F-7D06E306B6C1}" dt="2023-01-22T20:48:18.806" v="0"/>
        <pc:sldMkLst>
          <pc:docMk/>
          <pc:sldMk cId="4019438281" sldId="265"/>
        </pc:sldMkLst>
      </pc:sldChg>
      <pc:sldChg chg="delSp">
        <pc:chgData name="Moussaid Achraf" userId="03a2e7ce-53ea-4e25-be87-7ad6548d38bb" providerId="ADAL" clId="{0B888BD8-D9C9-4E41-AA6F-7D06E306B6C1}" dt="2023-01-22T20:48:18.806" v="0"/>
        <pc:sldMkLst>
          <pc:docMk/>
          <pc:sldMk cId="2845597438" sldId="266"/>
        </pc:sldMkLst>
      </pc:sldChg>
      <pc:sldChg chg="delSp">
        <pc:chgData name="Moussaid Achraf" userId="03a2e7ce-53ea-4e25-be87-7ad6548d38bb" providerId="ADAL" clId="{0B888BD8-D9C9-4E41-AA6F-7D06E306B6C1}" dt="2023-01-22T20:48:18.806" v="0"/>
        <pc:sldMkLst>
          <pc:docMk/>
          <pc:sldMk cId="1494783243" sldId="267"/>
        </pc:sldMkLst>
      </pc:sldChg>
      <pc:sldChg chg="delSp">
        <pc:chgData name="Moussaid Achraf" userId="03a2e7ce-53ea-4e25-be87-7ad6548d38bb" providerId="ADAL" clId="{0B888BD8-D9C9-4E41-AA6F-7D06E306B6C1}" dt="2023-01-22T20:48:18.806" v="0"/>
        <pc:sldMkLst>
          <pc:docMk/>
          <pc:sldMk cId="2792688938" sldId="268"/>
        </pc:sldMkLst>
      </pc:sldChg>
      <pc:sldChg chg="delSp">
        <pc:chgData name="Moussaid Achraf" userId="03a2e7ce-53ea-4e25-be87-7ad6548d38bb" providerId="ADAL" clId="{0B888BD8-D9C9-4E41-AA6F-7D06E306B6C1}" dt="2023-01-22T20:48:18.806" v="0"/>
        <pc:sldMkLst>
          <pc:docMk/>
          <pc:sldMk cId="2110287054" sldId="269"/>
        </pc:sldMkLst>
      </pc:sldChg>
      <pc:sldChg chg="delSp">
        <pc:chgData name="Moussaid Achraf" userId="03a2e7ce-53ea-4e25-be87-7ad6548d38bb" providerId="ADAL" clId="{0B888BD8-D9C9-4E41-AA6F-7D06E306B6C1}" dt="2023-01-22T20:48:18.806" v="0"/>
        <pc:sldMkLst>
          <pc:docMk/>
          <pc:sldMk cId="3673768310" sldId="270"/>
        </pc:sldMkLst>
      </pc:sldChg>
      <pc:sldChg chg="delSp">
        <pc:chgData name="Moussaid Achraf" userId="03a2e7ce-53ea-4e25-be87-7ad6548d38bb" providerId="ADAL" clId="{0B888BD8-D9C9-4E41-AA6F-7D06E306B6C1}" dt="2023-01-22T20:48:18.806" v="0"/>
        <pc:sldMkLst>
          <pc:docMk/>
          <pc:sldMk cId="1817325067" sldId="271"/>
        </pc:sldMkLst>
      </pc:sldChg>
      <pc:sldChg chg="delSp">
        <pc:chgData name="Moussaid Achraf" userId="03a2e7ce-53ea-4e25-be87-7ad6548d38bb" providerId="ADAL" clId="{0B888BD8-D9C9-4E41-AA6F-7D06E306B6C1}" dt="2023-01-22T20:48:18.806" v="0"/>
        <pc:sldMkLst>
          <pc:docMk/>
          <pc:sldMk cId="258917546" sldId="272"/>
        </pc:sldMkLst>
      </pc:sldChg>
      <pc:sldChg chg="delSp">
        <pc:chgData name="Moussaid Achraf" userId="03a2e7ce-53ea-4e25-be87-7ad6548d38bb" providerId="ADAL" clId="{0B888BD8-D9C9-4E41-AA6F-7D06E306B6C1}" dt="2023-01-22T20:48:18.806" v="0"/>
        <pc:sldMkLst>
          <pc:docMk/>
          <pc:sldMk cId="3070295933" sldId="273"/>
        </pc:sldMkLst>
      </pc:sldChg>
      <pc:sldChg chg="delSp">
        <pc:chgData name="Moussaid Achraf" userId="03a2e7ce-53ea-4e25-be87-7ad6548d38bb" providerId="ADAL" clId="{0B888BD8-D9C9-4E41-AA6F-7D06E306B6C1}" dt="2023-01-22T20:48:18.806" v="0"/>
        <pc:sldMkLst>
          <pc:docMk/>
          <pc:sldMk cId="3985466174" sldId="274"/>
        </pc:sldMkLst>
      </pc:sldChg>
      <pc:sldChg chg="delSp">
        <pc:chgData name="Moussaid Achraf" userId="03a2e7ce-53ea-4e25-be87-7ad6548d38bb" providerId="ADAL" clId="{0B888BD8-D9C9-4E41-AA6F-7D06E306B6C1}" dt="2023-01-22T20:48:18.806" v="0"/>
        <pc:sldMkLst>
          <pc:docMk/>
          <pc:sldMk cId="842612236" sldId="275"/>
        </pc:sldMkLst>
      </pc:sldChg>
      <pc:sldChg chg="delSp">
        <pc:chgData name="Moussaid Achraf" userId="03a2e7ce-53ea-4e25-be87-7ad6548d38bb" providerId="ADAL" clId="{0B888BD8-D9C9-4E41-AA6F-7D06E306B6C1}" dt="2023-01-22T20:48:18.806" v="0"/>
        <pc:sldMkLst>
          <pc:docMk/>
          <pc:sldMk cId="2425454123" sldId="276"/>
        </pc:sldMkLst>
      </pc:sldChg>
      <pc:sldChg chg="delSp">
        <pc:chgData name="Moussaid Achraf" userId="03a2e7ce-53ea-4e25-be87-7ad6548d38bb" providerId="ADAL" clId="{0B888BD8-D9C9-4E41-AA6F-7D06E306B6C1}" dt="2023-01-22T20:48:18.806" v="0"/>
        <pc:sldMkLst>
          <pc:docMk/>
          <pc:sldMk cId="3744527121" sldId="277"/>
        </pc:sldMkLst>
      </pc:sldChg>
      <pc:sldChg chg="delSp">
        <pc:chgData name="Moussaid Achraf" userId="03a2e7ce-53ea-4e25-be87-7ad6548d38bb" providerId="ADAL" clId="{0B888BD8-D9C9-4E41-AA6F-7D06E306B6C1}" dt="2023-01-22T20:48:18.806" v="0"/>
        <pc:sldMkLst>
          <pc:docMk/>
          <pc:sldMk cId="2310505159" sldId="278"/>
        </pc:sldMkLst>
      </pc:sldChg>
      <pc:sldChg chg="delSp">
        <pc:chgData name="Moussaid Achraf" userId="03a2e7ce-53ea-4e25-be87-7ad6548d38bb" providerId="ADAL" clId="{0B888BD8-D9C9-4E41-AA6F-7D06E306B6C1}" dt="2023-01-22T20:48:18.806" v="0"/>
        <pc:sldMkLst>
          <pc:docMk/>
          <pc:sldMk cId="4127174395" sldId="279"/>
        </pc:sldMkLst>
      </pc:sldChg>
      <pc:sldChg chg="delSp">
        <pc:chgData name="Moussaid Achraf" userId="03a2e7ce-53ea-4e25-be87-7ad6548d38bb" providerId="ADAL" clId="{0B888BD8-D9C9-4E41-AA6F-7D06E306B6C1}" dt="2023-01-22T20:48:18.806" v="0"/>
        <pc:sldMkLst>
          <pc:docMk/>
          <pc:sldMk cId="1015590901" sldId="280"/>
        </pc:sldMkLst>
      </pc:sldChg>
      <pc:sldChg chg="delSp">
        <pc:chgData name="Moussaid Achraf" userId="03a2e7ce-53ea-4e25-be87-7ad6548d38bb" providerId="ADAL" clId="{0B888BD8-D9C9-4E41-AA6F-7D06E306B6C1}" dt="2023-01-22T20:48:18.806" v="0"/>
        <pc:sldMkLst>
          <pc:docMk/>
          <pc:sldMk cId="3450238189" sldId="281"/>
        </pc:sldMkLst>
      </pc:sldChg>
      <pc:sldChg chg="delSp">
        <pc:chgData name="Moussaid Achraf" userId="03a2e7ce-53ea-4e25-be87-7ad6548d38bb" providerId="ADAL" clId="{0B888BD8-D9C9-4E41-AA6F-7D06E306B6C1}" dt="2023-01-22T20:48:18.806" v="0"/>
        <pc:sldMkLst>
          <pc:docMk/>
          <pc:sldMk cId="1686952854" sldId="282"/>
        </pc:sldMkLst>
      </pc:sldChg>
      <pc:sldChg chg="delSp">
        <pc:chgData name="Moussaid Achraf" userId="03a2e7ce-53ea-4e25-be87-7ad6548d38bb" providerId="ADAL" clId="{0B888BD8-D9C9-4E41-AA6F-7D06E306B6C1}" dt="2023-01-22T20:48:18.806" v="0"/>
        <pc:sldMkLst>
          <pc:docMk/>
          <pc:sldMk cId="147291690" sldId="283"/>
        </pc:sldMkLst>
      </pc:sldChg>
      <pc:sldChg chg="delSp">
        <pc:chgData name="Moussaid Achraf" userId="03a2e7ce-53ea-4e25-be87-7ad6548d38bb" providerId="ADAL" clId="{0B888BD8-D9C9-4E41-AA6F-7D06E306B6C1}" dt="2023-01-22T20:48:18.806" v="0"/>
        <pc:sldMkLst>
          <pc:docMk/>
          <pc:sldMk cId="112152554" sldId="284"/>
        </pc:sldMkLst>
      </pc:sldChg>
      <pc:sldChg chg="delSp">
        <pc:chgData name="Moussaid Achraf" userId="03a2e7ce-53ea-4e25-be87-7ad6548d38bb" providerId="ADAL" clId="{0B888BD8-D9C9-4E41-AA6F-7D06E306B6C1}" dt="2023-01-22T20:48:18.806" v="0"/>
        <pc:sldMkLst>
          <pc:docMk/>
          <pc:sldMk cId="2894799565" sldId="285"/>
        </pc:sldMkLst>
      </pc:sldChg>
      <pc:sldChg chg="delSp">
        <pc:chgData name="Moussaid Achraf" userId="03a2e7ce-53ea-4e25-be87-7ad6548d38bb" providerId="ADAL" clId="{0B888BD8-D9C9-4E41-AA6F-7D06E306B6C1}" dt="2023-01-22T20:48:18.806" v="0"/>
        <pc:sldMkLst>
          <pc:docMk/>
          <pc:sldMk cId="1145953508" sldId="286"/>
        </pc:sldMkLst>
      </pc:sldChg>
      <pc:sldChg chg="delSp">
        <pc:chgData name="Moussaid Achraf" userId="03a2e7ce-53ea-4e25-be87-7ad6548d38bb" providerId="ADAL" clId="{0B888BD8-D9C9-4E41-AA6F-7D06E306B6C1}" dt="2023-01-22T20:48:18.806" v="0"/>
        <pc:sldMkLst>
          <pc:docMk/>
          <pc:sldMk cId="339601490" sldId="287"/>
        </pc:sldMkLst>
      </pc:sldChg>
      <pc:sldChg chg="delSp">
        <pc:chgData name="Moussaid Achraf" userId="03a2e7ce-53ea-4e25-be87-7ad6548d38bb" providerId="ADAL" clId="{0B888BD8-D9C9-4E41-AA6F-7D06E306B6C1}" dt="2023-01-22T20:48:18.806" v="0"/>
        <pc:sldMkLst>
          <pc:docMk/>
          <pc:sldMk cId="2115840496" sldId="288"/>
        </pc:sldMkLst>
      </pc:sldChg>
      <pc:sldChg chg="delSp">
        <pc:chgData name="Moussaid Achraf" userId="03a2e7ce-53ea-4e25-be87-7ad6548d38bb" providerId="ADAL" clId="{0B888BD8-D9C9-4E41-AA6F-7D06E306B6C1}" dt="2023-01-22T20:48:18.806" v="0"/>
        <pc:sldMkLst>
          <pc:docMk/>
          <pc:sldMk cId="4269226613" sldId="289"/>
        </pc:sldMkLst>
      </pc:sldChg>
      <pc:sldChg chg="delSp">
        <pc:chgData name="Moussaid Achraf" userId="03a2e7ce-53ea-4e25-be87-7ad6548d38bb" providerId="ADAL" clId="{0B888BD8-D9C9-4E41-AA6F-7D06E306B6C1}" dt="2023-01-22T20:48:18.806" v="0"/>
        <pc:sldMkLst>
          <pc:docMk/>
          <pc:sldMk cId="3042163779" sldId="290"/>
        </pc:sldMkLst>
      </pc:sldChg>
      <pc:sldChg chg="delSp">
        <pc:chgData name="Moussaid Achraf" userId="03a2e7ce-53ea-4e25-be87-7ad6548d38bb" providerId="ADAL" clId="{0B888BD8-D9C9-4E41-AA6F-7D06E306B6C1}" dt="2023-01-22T20:48:18.806" v="0"/>
        <pc:sldMkLst>
          <pc:docMk/>
          <pc:sldMk cId="3929104316" sldId="291"/>
        </pc:sldMkLst>
      </pc:sldChg>
      <pc:sldChg chg="delSp">
        <pc:chgData name="Moussaid Achraf" userId="03a2e7ce-53ea-4e25-be87-7ad6548d38bb" providerId="ADAL" clId="{0B888BD8-D9C9-4E41-AA6F-7D06E306B6C1}" dt="2023-01-22T20:48:18.806" v="0"/>
        <pc:sldMkLst>
          <pc:docMk/>
          <pc:sldMk cId="196676411" sldId="292"/>
        </pc:sldMkLst>
      </pc:sldChg>
      <pc:sldChg chg="delSp">
        <pc:chgData name="Moussaid Achraf" userId="03a2e7ce-53ea-4e25-be87-7ad6548d38bb" providerId="ADAL" clId="{0B888BD8-D9C9-4E41-AA6F-7D06E306B6C1}" dt="2023-01-22T20:48:18.806" v="0"/>
        <pc:sldMkLst>
          <pc:docMk/>
          <pc:sldMk cId="1088826689" sldId="293"/>
        </pc:sldMkLst>
      </pc:sldChg>
      <pc:sldChg chg="delSp">
        <pc:chgData name="Moussaid Achraf" userId="03a2e7ce-53ea-4e25-be87-7ad6548d38bb" providerId="ADAL" clId="{0B888BD8-D9C9-4E41-AA6F-7D06E306B6C1}" dt="2023-01-22T20:48:18.806" v="0"/>
        <pc:sldMkLst>
          <pc:docMk/>
          <pc:sldMk cId="3338216796" sldId="294"/>
        </pc:sldMkLst>
      </pc:sldChg>
      <pc:sldChg chg="delSp">
        <pc:chgData name="Moussaid Achraf" userId="03a2e7ce-53ea-4e25-be87-7ad6548d38bb" providerId="ADAL" clId="{0B888BD8-D9C9-4E41-AA6F-7D06E306B6C1}" dt="2023-01-22T20:48:18.806" v="0"/>
        <pc:sldMkLst>
          <pc:docMk/>
          <pc:sldMk cId="4003534372" sldId="295"/>
        </pc:sldMkLst>
      </pc:sldChg>
      <pc:sldChg chg="delSp">
        <pc:chgData name="Moussaid Achraf" userId="03a2e7ce-53ea-4e25-be87-7ad6548d38bb" providerId="ADAL" clId="{0B888BD8-D9C9-4E41-AA6F-7D06E306B6C1}" dt="2023-01-22T20:48:18.806" v="0"/>
        <pc:sldMkLst>
          <pc:docMk/>
          <pc:sldMk cId="1775083352" sldId="296"/>
        </pc:sldMkLst>
      </pc:sldChg>
      <pc:sldChg chg="delSp">
        <pc:chgData name="Moussaid Achraf" userId="03a2e7ce-53ea-4e25-be87-7ad6548d38bb" providerId="ADAL" clId="{0B888BD8-D9C9-4E41-AA6F-7D06E306B6C1}" dt="2023-01-22T20:48:18.806" v="0"/>
        <pc:sldMkLst>
          <pc:docMk/>
          <pc:sldMk cId="578686924" sldId="297"/>
        </pc:sldMkLst>
      </pc:sldChg>
      <pc:sldChg chg="delSp">
        <pc:chgData name="Moussaid Achraf" userId="03a2e7ce-53ea-4e25-be87-7ad6548d38bb" providerId="ADAL" clId="{0B888BD8-D9C9-4E41-AA6F-7D06E306B6C1}" dt="2023-01-22T20:48:18.806" v="0"/>
        <pc:sldMkLst>
          <pc:docMk/>
          <pc:sldMk cId="2112330234" sldId="298"/>
        </pc:sldMkLst>
      </pc:sldChg>
      <pc:sldChg chg="delSp">
        <pc:chgData name="Moussaid Achraf" userId="03a2e7ce-53ea-4e25-be87-7ad6548d38bb" providerId="ADAL" clId="{0B888BD8-D9C9-4E41-AA6F-7D06E306B6C1}" dt="2023-01-22T20:48:18.806" v="0"/>
        <pc:sldMkLst>
          <pc:docMk/>
          <pc:sldMk cId="1100243001" sldId="299"/>
        </pc:sldMkLst>
      </pc:sldChg>
      <pc:sldChg chg="delSp">
        <pc:chgData name="Moussaid Achraf" userId="03a2e7ce-53ea-4e25-be87-7ad6548d38bb" providerId="ADAL" clId="{0B888BD8-D9C9-4E41-AA6F-7D06E306B6C1}" dt="2023-01-22T20:48:18.806" v="0"/>
        <pc:sldMkLst>
          <pc:docMk/>
          <pc:sldMk cId="3830846297" sldId="300"/>
        </pc:sldMkLst>
      </pc:sldChg>
      <pc:sldChg chg="delSp">
        <pc:chgData name="Moussaid Achraf" userId="03a2e7ce-53ea-4e25-be87-7ad6548d38bb" providerId="ADAL" clId="{0B888BD8-D9C9-4E41-AA6F-7D06E306B6C1}" dt="2023-01-22T20:48:18.806" v="0"/>
        <pc:sldMkLst>
          <pc:docMk/>
          <pc:sldMk cId="580405045" sldId="301"/>
        </pc:sldMkLst>
      </pc:sldChg>
      <pc:sldChg chg="delSp">
        <pc:chgData name="Moussaid Achraf" userId="03a2e7ce-53ea-4e25-be87-7ad6548d38bb" providerId="ADAL" clId="{0B888BD8-D9C9-4E41-AA6F-7D06E306B6C1}" dt="2023-01-22T20:48:18.806" v="0"/>
        <pc:sldMkLst>
          <pc:docMk/>
          <pc:sldMk cId="1743848198" sldId="302"/>
        </pc:sldMkLst>
      </pc:sldChg>
      <pc:sldChg chg="delSp">
        <pc:chgData name="Moussaid Achraf" userId="03a2e7ce-53ea-4e25-be87-7ad6548d38bb" providerId="ADAL" clId="{0B888BD8-D9C9-4E41-AA6F-7D06E306B6C1}" dt="2023-01-22T20:48:18.806" v="0"/>
        <pc:sldMkLst>
          <pc:docMk/>
          <pc:sldMk cId="159620839" sldId="303"/>
        </pc:sldMkLst>
      </pc:sldChg>
      <pc:sldChg chg="delSp">
        <pc:chgData name="Moussaid Achraf" userId="03a2e7ce-53ea-4e25-be87-7ad6548d38bb" providerId="ADAL" clId="{0B888BD8-D9C9-4E41-AA6F-7D06E306B6C1}" dt="2023-01-22T20:48:18.806" v="0"/>
        <pc:sldMkLst>
          <pc:docMk/>
          <pc:sldMk cId="889775138" sldId="304"/>
        </pc:sldMkLst>
      </pc:sldChg>
      <pc:sldChg chg="delSp">
        <pc:chgData name="Moussaid Achraf" userId="03a2e7ce-53ea-4e25-be87-7ad6548d38bb" providerId="ADAL" clId="{0B888BD8-D9C9-4E41-AA6F-7D06E306B6C1}" dt="2023-01-22T20:48:18.806" v="0"/>
        <pc:sldMkLst>
          <pc:docMk/>
          <pc:sldMk cId="1654889216" sldId="305"/>
        </pc:sldMkLst>
      </pc:sldChg>
      <pc:sldChg chg="delSp">
        <pc:chgData name="Moussaid Achraf" userId="03a2e7ce-53ea-4e25-be87-7ad6548d38bb" providerId="ADAL" clId="{0B888BD8-D9C9-4E41-AA6F-7D06E306B6C1}" dt="2023-01-22T20:48:18.806" v="0"/>
        <pc:sldMkLst>
          <pc:docMk/>
          <pc:sldMk cId="1911261038" sldId="306"/>
        </pc:sldMkLst>
      </pc:sldChg>
      <pc:sldChg chg="delSp">
        <pc:chgData name="Moussaid Achraf" userId="03a2e7ce-53ea-4e25-be87-7ad6548d38bb" providerId="ADAL" clId="{0B888BD8-D9C9-4E41-AA6F-7D06E306B6C1}" dt="2023-01-22T20:48:18.806" v="0"/>
        <pc:sldMkLst>
          <pc:docMk/>
          <pc:sldMk cId="2256531308" sldId="307"/>
        </pc:sldMkLst>
      </pc:sldChg>
      <pc:sldChg chg="delSp">
        <pc:chgData name="Moussaid Achraf" userId="03a2e7ce-53ea-4e25-be87-7ad6548d38bb" providerId="ADAL" clId="{0B888BD8-D9C9-4E41-AA6F-7D06E306B6C1}" dt="2023-01-22T20:48:18.806" v="0"/>
        <pc:sldMkLst>
          <pc:docMk/>
          <pc:sldMk cId="1211443611" sldId="308"/>
        </pc:sldMkLst>
      </pc:sldChg>
      <pc:sldChg chg="delSp">
        <pc:chgData name="Moussaid Achraf" userId="03a2e7ce-53ea-4e25-be87-7ad6548d38bb" providerId="ADAL" clId="{0B888BD8-D9C9-4E41-AA6F-7D06E306B6C1}" dt="2023-01-22T20:48:18.806" v="0"/>
        <pc:sldMkLst>
          <pc:docMk/>
          <pc:sldMk cId="2521506974" sldId="309"/>
        </pc:sldMkLst>
      </pc:sldChg>
      <pc:sldChg chg="delSp">
        <pc:chgData name="Moussaid Achraf" userId="03a2e7ce-53ea-4e25-be87-7ad6548d38bb" providerId="ADAL" clId="{0B888BD8-D9C9-4E41-AA6F-7D06E306B6C1}" dt="2023-01-22T20:48:18.806" v="0"/>
        <pc:sldMkLst>
          <pc:docMk/>
          <pc:sldMk cId="689654199" sldId="310"/>
        </pc:sldMkLst>
      </pc:sldChg>
      <pc:sldChg chg="delSp">
        <pc:chgData name="Moussaid Achraf" userId="03a2e7ce-53ea-4e25-be87-7ad6548d38bb" providerId="ADAL" clId="{0B888BD8-D9C9-4E41-AA6F-7D06E306B6C1}" dt="2023-01-22T20:48:18.806" v="0"/>
        <pc:sldMkLst>
          <pc:docMk/>
          <pc:sldMk cId="1315455968" sldId="311"/>
        </pc:sldMkLst>
      </pc:sldChg>
      <pc:sldChg chg="delSp">
        <pc:chgData name="Moussaid Achraf" userId="03a2e7ce-53ea-4e25-be87-7ad6548d38bb" providerId="ADAL" clId="{0B888BD8-D9C9-4E41-AA6F-7D06E306B6C1}" dt="2023-01-22T20:48:18.806" v="0"/>
        <pc:sldMkLst>
          <pc:docMk/>
          <pc:sldMk cId="940702497" sldId="312"/>
        </pc:sldMkLst>
      </pc:sldChg>
      <pc:sldChg chg="delSp">
        <pc:chgData name="Moussaid Achraf" userId="03a2e7ce-53ea-4e25-be87-7ad6548d38bb" providerId="ADAL" clId="{0B888BD8-D9C9-4E41-AA6F-7D06E306B6C1}" dt="2023-01-22T20:48:18.806" v="0"/>
        <pc:sldMkLst>
          <pc:docMk/>
          <pc:sldMk cId="1810342737" sldId="313"/>
        </pc:sldMkLst>
      </pc:sldChg>
      <pc:sldChg chg="delSp">
        <pc:chgData name="Moussaid Achraf" userId="03a2e7ce-53ea-4e25-be87-7ad6548d38bb" providerId="ADAL" clId="{0B888BD8-D9C9-4E41-AA6F-7D06E306B6C1}" dt="2023-01-22T20:48:18.806" v="0"/>
        <pc:sldMkLst>
          <pc:docMk/>
          <pc:sldMk cId="2780806995" sldId="314"/>
        </pc:sldMkLst>
      </pc:sldChg>
      <pc:sldChg chg="delSp">
        <pc:chgData name="Moussaid Achraf" userId="03a2e7ce-53ea-4e25-be87-7ad6548d38bb" providerId="ADAL" clId="{0B888BD8-D9C9-4E41-AA6F-7D06E306B6C1}" dt="2023-01-22T20:48:18.806" v="0"/>
        <pc:sldMkLst>
          <pc:docMk/>
          <pc:sldMk cId="237963385" sldId="315"/>
        </pc:sldMkLst>
      </pc:sldChg>
      <pc:sldChg chg="delSp">
        <pc:chgData name="Moussaid Achraf" userId="03a2e7ce-53ea-4e25-be87-7ad6548d38bb" providerId="ADAL" clId="{0B888BD8-D9C9-4E41-AA6F-7D06E306B6C1}" dt="2023-01-22T20:48:18.806" v="0"/>
        <pc:sldMkLst>
          <pc:docMk/>
          <pc:sldMk cId="2114602105" sldId="316"/>
        </pc:sldMkLst>
      </pc:sldChg>
      <pc:sldChg chg="delSp">
        <pc:chgData name="Moussaid Achraf" userId="03a2e7ce-53ea-4e25-be87-7ad6548d38bb" providerId="ADAL" clId="{0B888BD8-D9C9-4E41-AA6F-7D06E306B6C1}" dt="2023-01-22T20:48:18.806" v="0"/>
        <pc:sldMkLst>
          <pc:docMk/>
          <pc:sldMk cId="3231353708" sldId="317"/>
        </pc:sldMkLst>
      </pc:sldChg>
      <pc:sldChg chg="delSp">
        <pc:chgData name="Moussaid Achraf" userId="03a2e7ce-53ea-4e25-be87-7ad6548d38bb" providerId="ADAL" clId="{0B888BD8-D9C9-4E41-AA6F-7D06E306B6C1}" dt="2023-01-22T20:48:18.806" v="0"/>
        <pc:sldMkLst>
          <pc:docMk/>
          <pc:sldMk cId="3519582452" sldId="318"/>
        </pc:sldMkLst>
      </pc:sldChg>
      <pc:sldChg chg="delSp">
        <pc:chgData name="Moussaid Achraf" userId="03a2e7ce-53ea-4e25-be87-7ad6548d38bb" providerId="ADAL" clId="{0B888BD8-D9C9-4E41-AA6F-7D06E306B6C1}" dt="2023-01-22T20:48:18.806" v="0"/>
        <pc:sldMkLst>
          <pc:docMk/>
          <pc:sldMk cId="2249384250" sldId="319"/>
        </pc:sldMkLst>
      </pc:sldChg>
      <pc:sldChg chg="delSp">
        <pc:chgData name="Moussaid Achraf" userId="03a2e7ce-53ea-4e25-be87-7ad6548d38bb" providerId="ADAL" clId="{0B888BD8-D9C9-4E41-AA6F-7D06E306B6C1}" dt="2023-01-22T20:48:18.806" v="0"/>
        <pc:sldMkLst>
          <pc:docMk/>
          <pc:sldMk cId="3570737064" sldId="320"/>
        </pc:sldMkLst>
      </pc:sldChg>
      <pc:sldChg chg="delSp">
        <pc:chgData name="Moussaid Achraf" userId="03a2e7ce-53ea-4e25-be87-7ad6548d38bb" providerId="ADAL" clId="{0B888BD8-D9C9-4E41-AA6F-7D06E306B6C1}" dt="2023-01-22T20:48:18.806" v="0"/>
        <pc:sldMkLst>
          <pc:docMk/>
          <pc:sldMk cId="3541664714" sldId="321"/>
        </pc:sldMkLst>
      </pc:sldChg>
      <pc:sldChg chg="delSp">
        <pc:chgData name="Moussaid Achraf" userId="03a2e7ce-53ea-4e25-be87-7ad6548d38bb" providerId="ADAL" clId="{0B888BD8-D9C9-4E41-AA6F-7D06E306B6C1}" dt="2023-01-22T20:48:18.806" v="0"/>
        <pc:sldMkLst>
          <pc:docMk/>
          <pc:sldMk cId="3830101523" sldId="322"/>
        </pc:sldMkLst>
      </pc:sldChg>
      <pc:sldChg chg="delSp">
        <pc:chgData name="Moussaid Achraf" userId="03a2e7ce-53ea-4e25-be87-7ad6548d38bb" providerId="ADAL" clId="{0B888BD8-D9C9-4E41-AA6F-7D06E306B6C1}" dt="2023-01-22T20:48:18.806" v="0"/>
        <pc:sldMkLst>
          <pc:docMk/>
          <pc:sldMk cId="3633242060" sldId="323"/>
        </pc:sldMkLst>
      </pc:sldChg>
      <pc:sldChg chg="delSp">
        <pc:chgData name="Moussaid Achraf" userId="03a2e7ce-53ea-4e25-be87-7ad6548d38bb" providerId="ADAL" clId="{0B888BD8-D9C9-4E41-AA6F-7D06E306B6C1}" dt="2023-01-22T20:48:18.806" v="0"/>
        <pc:sldMkLst>
          <pc:docMk/>
          <pc:sldMk cId="3927863136" sldId="324"/>
        </pc:sldMkLst>
      </pc:sldChg>
      <pc:sldChg chg="delSp">
        <pc:chgData name="Moussaid Achraf" userId="03a2e7ce-53ea-4e25-be87-7ad6548d38bb" providerId="ADAL" clId="{0B888BD8-D9C9-4E41-AA6F-7D06E306B6C1}" dt="2023-01-22T20:48:18.806" v="0"/>
        <pc:sldMkLst>
          <pc:docMk/>
          <pc:sldMk cId="1642250327" sldId="325"/>
        </pc:sldMkLst>
      </pc:sldChg>
      <pc:sldChg chg="delSp">
        <pc:chgData name="Moussaid Achraf" userId="03a2e7ce-53ea-4e25-be87-7ad6548d38bb" providerId="ADAL" clId="{0B888BD8-D9C9-4E41-AA6F-7D06E306B6C1}" dt="2023-01-22T20:48:18.806" v="0"/>
        <pc:sldMkLst>
          <pc:docMk/>
          <pc:sldMk cId="779457824" sldId="326"/>
        </pc:sldMkLst>
      </pc:sldChg>
      <pc:sldChg chg="delSp">
        <pc:chgData name="Moussaid Achraf" userId="03a2e7ce-53ea-4e25-be87-7ad6548d38bb" providerId="ADAL" clId="{0B888BD8-D9C9-4E41-AA6F-7D06E306B6C1}" dt="2023-01-22T20:48:18.806" v="0"/>
        <pc:sldMkLst>
          <pc:docMk/>
          <pc:sldMk cId="572597973" sldId="327"/>
        </pc:sldMkLst>
      </pc:sldChg>
      <pc:sldChg chg="delSp">
        <pc:chgData name="Moussaid Achraf" userId="03a2e7ce-53ea-4e25-be87-7ad6548d38bb" providerId="ADAL" clId="{0B888BD8-D9C9-4E41-AA6F-7D06E306B6C1}" dt="2023-01-22T20:48:18.806" v="0"/>
        <pc:sldMkLst>
          <pc:docMk/>
          <pc:sldMk cId="3227263039" sldId="328"/>
        </pc:sldMkLst>
      </pc:sldChg>
      <pc:sldChg chg="delSp">
        <pc:chgData name="Moussaid Achraf" userId="03a2e7ce-53ea-4e25-be87-7ad6548d38bb" providerId="ADAL" clId="{0B888BD8-D9C9-4E41-AA6F-7D06E306B6C1}" dt="2023-01-22T20:48:18.806" v="0"/>
        <pc:sldMkLst>
          <pc:docMk/>
          <pc:sldMk cId="2281340784" sldId="329"/>
        </pc:sldMkLst>
      </pc:sldChg>
      <pc:sldChg chg="delSp">
        <pc:chgData name="Moussaid Achraf" userId="03a2e7ce-53ea-4e25-be87-7ad6548d38bb" providerId="ADAL" clId="{0B888BD8-D9C9-4E41-AA6F-7D06E306B6C1}" dt="2023-01-22T20:48:18.806" v="0"/>
        <pc:sldMkLst>
          <pc:docMk/>
          <pc:sldMk cId="4032099946" sldId="330"/>
        </pc:sldMkLst>
      </pc:sldChg>
      <pc:sldChg chg="delSp">
        <pc:chgData name="Moussaid Achraf" userId="03a2e7ce-53ea-4e25-be87-7ad6548d38bb" providerId="ADAL" clId="{0B888BD8-D9C9-4E41-AA6F-7D06E306B6C1}" dt="2023-01-22T20:48:18.806" v="0"/>
        <pc:sldMkLst>
          <pc:docMk/>
          <pc:sldMk cId="4244689920" sldId="331"/>
        </pc:sldMkLst>
      </pc:sldChg>
      <pc:sldChg chg="delSp">
        <pc:chgData name="Moussaid Achraf" userId="03a2e7ce-53ea-4e25-be87-7ad6548d38bb" providerId="ADAL" clId="{0B888BD8-D9C9-4E41-AA6F-7D06E306B6C1}" dt="2023-01-22T20:48:18.806" v="0"/>
        <pc:sldMkLst>
          <pc:docMk/>
          <pc:sldMk cId="2709171399" sldId="332"/>
        </pc:sldMkLst>
      </pc:sldChg>
      <pc:sldChg chg="delSp">
        <pc:chgData name="Moussaid Achraf" userId="03a2e7ce-53ea-4e25-be87-7ad6548d38bb" providerId="ADAL" clId="{0B888BD8-D9C9-4E41-AA6F-7D06E306B6C1}" dt="2023-01-22T20:48:18.806" v="0"/>
        <pc:sldMkLst>
          <pc:docMk/>
          <pc:sldMk cId="1602938534" sldId="333"/>
        </pc:sldMkLst>
      </pc:sldChg>
      <pc:sldChg chg="delSp">
        <pc:chgData name="Moussaid Achraf" userId="03a2e7ce-53ea-4e25-be87-7ad6548d38bb" providerId="ADAL" clId="{0B888BD8-D9C9-4E41-AA6F-7D06E306B6C1}" dt="2023-01-22T20:48:18.806" v="0"/>
        <pc:sldMkLst>
          <pc:docMk/>
          <pc:sldMk cId="1933209194" sldId="334"/>
        </pc:sldMkLst>
      </pc:sldChg>
      <pc:sldChg chg="delSp">
        <pc:chgData name="Moussaid Achraf" userId="03a2e7ce-53ea-4e25-be87-7ad6548d38bb" providerId="ADAL" clId="{0B888BD8-D9C9-4E41-AA6F-7D06E306B6C1}" dt="2023-01-22T20:48:18.806" v="0"/>
        <pc:sldMkLst>
          <pc:docMk/>
          <pc:sldMk cId="3959702000" sldId="335"/>
        </pc:sldMkLst>
      </pc:sldChg>
      <pc:sldChg chg="delSp">
        <pc:chgData name="Moussaid Achraf" userId="03a2e7ce-53ea-4e25-be87-7ad6548d38bb" providerId="ADAL" clId="{0B888BD8-D9C9-4E41-AA6F-7D06E306B6C1}" dt="2023-01-22T20:48:18.806" v="0"/>
        <pc:sldMkLst>
          <pc:docMk/>
          <pc:sldMk cId="3656356942" sldId="336"/>
        </pc:sldMkLst>
      </pc:sldChg>
      <pc:sldChg chg="delSp">
        <pc:chgData name="Moussaid Achraf" userId="03a2e7ce-53ea-4e25-be87-7ad6548d38bb" providerId="ADAL" clId="{0B888BD8-D9C9-4E41-AA6F-7D06E306B6C1}" dt="2023-01-22T20:48:18.806" v="0"/>
        <pc:sldMkLst>
          <pc:docMk/>
          <pc:sldMk cId="56230102" sldId="337"/>
        </pc:sldMkLst>
      </pc:sldChg>
      <pc:sldChg chg="delSp">
        <pc:chgData name="Moussaid Achraf" userId="03a2e7ce-53ea-4e25-be87-7ad6548d38bb" providerId="ADAL" clId="{0B888BD8-D9C9-4E41-AA6F-7D06E306B6C1}" dt="2023-01-22T20:48:18.806" v="0"/>
        <pc:sldMkLst>
          <pc:docMk/>
          <pc:sldMk cId="2192961272" sldId="338"/>
        </pc:sldMkLst>
      </pc:sldChg>
      <pc:sldChg chg="delSp">
        <pc:chgData name="Moussaid Achraf" userId="03a2e7ce-53ea-4e25-be87-7ad6548d38bb" providerId="ADAL" clId="{0B888BD8-D9C9-4E41-AA6F-7D06E306B6C1}" dt="2023-01-22T20:48:18.806" v="0"/>
        <pc:sldMkLst>
          <pc:docMk/>
          <pc:sldMk cId="2484887184" sldId="339"/>
        </pc:sldMkLst>
      </pc:sldChg>
      <pc:sldChg chg="delSp">
        <pc:chgData name="Moussaid Achraf" userId="03a2e7ce-53ea-4e25-be87-7ad6548d38bb" providerId="ADAL" clId="{0B888BD8-D9C9-4E41-AA6F-7D06E306B6C1}" dt="2023-01-22T20:48:18.806" v="0"/>
        <pc:sldMkLst>
          <pc:docMk/>
          <pc:sldMk cId="2753671624" sldId="340"/>
        </pc:sldMkLst>
      </pc:sldChg>
      <pc:sldChg chg="delSp">
        <pc:chgData name="Moussaid Achraf" userId="03a2e7ce-53ea-4e25-be87-7ad6548d38bb" providerId="ADAL" clId="{0B888BD8-D9C9-4E41-AA6F-7D06E306B6C1}" dt="2023-01-22T20:48:18.806" v="0"/>
        <pc:sldMkLst>
          <pc:docMk/>
          <pc:sldMk cId="1966759502" sldId="341"/>
        </pc:sldMkLst>
      </pc:sldChg>
      <pc:sldChg chg="delSp">
        <pc:chgData name="Moussaid Achraf" userId="03a2e7ce-53ea-4e25-be87-7ad6548d38bb" providerId="ADAL" clId="{0B888BD8-D9C9-4E41-AA6F-7D06E306B6C1}" dt="2023-01-22T20:48:18.806" v="0"/>
        <pc:sldMkLst>
          <pc:docMk/>
          <pc:sldMk cId="46986087" sldId="342"/>
        </pc:sldMkLst>
      </pc:sldChg>
    </pc:docChg>
  </pc:docChgLst>
  <pc:docChgLst>
    <pc:chgData name="Mathieu Éric" userId="S::eric.mathieu@cegepmontpetit.ca::876603ee-f650-40c1-9881-187c9e3f5540" providerId="AD" clId="Web-{28685BA6-66DD-413C-8164-A7741D70C9AB}"/>
    <pc:docChg chg="modSld">
      <pc:chgData name="Mathieu Éric" userId="S::eric.mathieu@cegepmontpetit.ca::876603ee-f650-40c1-9881-187c9e3f5540" providerId="AD" clId="Web-{28685BA6-66DD-413C-8164-A7741D70C9AB}" dt="2023-02-11T15:32:02.616" v="1" actId="1076"/>
      <pc:docMkLst>
        <pc:docMk/>
      </pc:docMkLst>
      <pc:sldChg chg="modSp">
        <pc:chgData name="Mathieu Éric" userId="S::eric.mathieu@cegepmontpetit.ca::876603ee-f650-40c1-9881-187c9e3f5540" providerId="AD" clId="Web-{28685BA6-66DD-413C-8164-A7741D70C9AB}" dt="2023-02-11T15:32:02.616" v="1" actId="1076"/>
        <pc:sldMkLst>
          <pc:docMk/>
          <pc:sldMk cId="3313483383" sldId="256"/>
        </pc:sldMkLst>
      </pc:sldChg>
    </pc:docChg>
  </pc:docChgLst>
  <pc:docChgLst>
    <pc:chgData name="Mathieu Éric" userId="876603ee-f650-40c1-9881-187c9e3f5540" providerId="ADAL" clId="{2493C416-A0E4-406D-81F0-2240FE309CAC}"/>
    <pc:docChg chg="undo custSel modSld modMainMaster">
      <pc:chgData name="Mathieu Éric" userId="876603ee-f650-40c1-9881-187c9e3f5540" providerId="ADAL" clId="{2493C416-A0E4-406D-81F0-2240FE309CAC}" dt="2023-08-21T21:37:36.721" v="236"/>
      <pc:docMkLst>
        <pc:docMk/>
      </pc:docMkLst>
      <pc:sldChg chg="modSp">
        <pc:chgData name="Mathieu Éric" userId="876603ee-f650-40c1-9881-187c9e3f5540" providerId="ADAL" clId="{2493C416-A0E4-406D-81F0-2240FE309CAC}" dt="2023-08-21T21:37:36.721" v="236"/>
        <pc:sldMkLst>
          <pc:docMk/>
          <pc:sldMk cId="3313483383" sldId="256"/>
        </pc:sldMkLst>
      </pc:sldChg>
      <pc:sldChg chg="modSp mod setBg">
        <pc:chgData name="Mathieu Éric" userId="876603ee-f650-40c1-9881-187c9e3f5540" providerId="ADAL" clId="{2493C416-A0E4-406D-81F0-2240FE309CAC}" dt="2023-08-21T21:37:36.721" v="236"/>
        <pc:sldMkLst>
          <pc:docMk/>
          <pc:sldMk cId="1970260803" sldId="257"/>
        </pc:sldMkLst>
      </pc:sldChg>
      <pc:sldChg chg="modSp">
        <pc:chgData name="Mathieu Éric" userId="876603ee-f650-40c1-9881-187c9e3f5540" providerId="ADAL" clId="{2493C416-A0E4-406D-81F0-2240FE309CAC}" dt="2023-08-21T21:37:36.721" v="236"/>
        <pc:sldMkLst>
          <pc:docMk/>
          <pc:sldMk cId="3867638448" sldId="259"/>
        </pc:sldMkLst>
      </pc:sldChg>
      <pc:sldChg chg="modSp mod">
        <pc:chgData name="Mathieu Éric" userId="876603ee-f650-40c1-9881-187c9e3f5540" providerId="ADAL" clId="{2493C416-A0E4-406D-81F0-2240FE309CAC}" dt="2023-08-21T21:37:36.721" v="236"/>
        <pc:sldMkLst>
          <pc:docMk/>
          <pc:sldMk cId="1986893385" sldId="260"/>
        </pc:sldMkLst>
      </pc:sldChg>
      <pc:sldChg chg="modSp">
        <pc:chgData name="Mathieu Éric" userId="876603ee-f650-40c1-9881-187c9e3f5540" providerId="ADAL" clId="{2493C416-A0E4-406D-81F0-2240FE309CAC}" dt="2023-08-21T21:37:36.721" v="236"/>
        <pc:sldMkLst>
          <pc:docMk/>
          <pc:sldMk cId="2643111235" sldId="261"/>
        </pc:sldMkLst>
      </pc:sldChg>
      <pc:sldChg chg="modSp mod">
        <pc:chgData name="Mathieu Éric" userId="876603ee-f650-40c1-9881-187c9e3f5540" providerId="ADAL" clId="{2493C416-A0E4-406D-81F0-2240FE309CAC}" dt="2023-08-21T21:37:36.721" v="236"/>
        <pc:sldMkLst>
          <pc:docMk/>
          <pc:sldMk cId="3649680850" sldId="262"/>
        </pc:sldMkLst>
      </pc:sldChg>
      <pc:sldChg chg="modSp">
        <pc:chgData name="Mathieu Éric" userId="876603ee-f650-40c1-9881-187c9e3f5540" providerId="ADAL" clId="{2493C416-A0E4-406D-81F0-2240FE309CAC}" dt="2023-08-21T21:37:36.721" v="236"/>
        <pc:sldMkLst>
          <pc:docMk/>
          <pc:sldMk cId="1870217021" sldId="263"/>
        </pc:sldMkLst>
      </pc:sldChg>
      <pc:sldChg chg="modSp">
        <pc:chgData name="Mathieu Éric" userId="876603ee-f650-40c1-9881-187c9e3f5540" providerId="ADAL" clId="{2493C416-A0E4-406D-81F0-2240FE309CAC}" dt="2023-08-21T21:37:36.721" v="236"/>
        <pc:sldMkLst>
          <pc:docMk/>
          <pc:sldMk cId="2061330663" sldId="264"/>
        </pc:sldMkLst>
      </pc:sldChg>
      <pc:sldChg chg="modSp mod">
        <pc:chgData name="Mathieu Éric" userId="876603ee-f650-40c1-9881-187c9e3f5540" providerId="ADAL" clId="{2493C416-A0E4-406D-81F0-2240FE309CAC}" dt="2023-08-21T21:37:36.721" v="236"/>
        <pc:sldMkLst>
          <pc:docMk/>
          <pc:sldMk cId="4019438281" sldId="265"/>
        </pc:sldMkLst>
      </pc:sldChg>
      <pc:sldChg chg="modSp">
        <pc:chgData name="Mathieu Éric" userId="876603ee-f650-40c1-9881-187c9e3f5540" providerId="ADAL" clId="{2493C416-A0E4-406D-81F0-2240FE309CAC}" dt="2023-08-21T21:37:36.721" v="236"/>
        <pc:sldMkLst>
          <pc:docMk/>
          <pc:sldMk cId="2845597438" sldId="266"/>
        </pc:sldMkLst>
      </pc:sldChg>
      <pc:sldChg chg="modSp mod">
        <pc:chgData name="Mathieu Éric" userId="876603ee-f650-40c1-9881-187c9e3f5540" providerId="ADAL" clId="{2493C416-A0E4-406D-81F0-2240FE309CAC}" dt="2023-08-21T21:37:36.721" v="236"/>
        <pc:sldMkLst>
          <pc:docMk/>
          <pc:sldMk cId="1494783243" sldId="267"/>
        </pc:sldMkLst>
      </pc:sldChg>
      <pc:sldChg chg="modSp">
        <pc:chgData name="Mathieu Éric" userId="876603ee-f650-40c1-9881-187c9e3f5540" providerId="ADAL" clId="{2493C416-A0E4-406D-81F0-2240FE309CAC}" dt="2023-08-21T21:37:36.721" v="236"/>
        <pc:sldMkLst>
          <pc:docMk/>
          <pc:sldMk cId="2792688938" sldId="268"/>
        </pc:sldMkLst>
      </pc:sldChg>
      <pc:sldChg chg="modSp">
        <pc:chgData name="Mathieu Éric" userId="876603ee-f650-40c1-9881-187c9e3f5540" providerId="ADAL" clId="{2493C416-A0E4-406D-81F0-2240FE309CAC}" dt="2023-08-21T21:37:36.721" v="236"/>
        <pc:sldMkLst>
          <pc:docMk/>
          <pc:sldMk cId="2110287054" sldId="269"/>
        </pc:sldMkLst>
      </pc:sldChg>
      <pc:sldChg chg="modSp">
        <pc:chgData name="Mathieu Éric" userId="876603ee-f650-40c1-9881-187c9e3f5540" providerId="ADAL" clId="{2493C416-A0E4-406D-81F0-2240FE309CAC}" dt="2023-08-21T21:37:36.721" v="236"/>
        <pc:sldMkLst>
          <pc:docMk/>
          <pc:sldMk cId="3673768310" sldId="270"/>
        </pc:sldMkLst>
      </pc:sldChg>
      <pc:sldChg chg="modSp">
        <pc:chgData name="Mathieu Éric" userId="876603ee-f650-40c1-9881-187c9e3f5540" providerId="ADAL" clId="{2493C416-A0E4-406D-81F0-2240FE309CAC}" dt="2023-08-21T21:37:36.721" v="236"/>
        <pc:sldMkLst>
          <pc:docMk/>
          <pc:sldMk cId="1817325067" sldId="271"/>
        </pc:sldMkLst>
      </pc:sldChg>
      <pc:sldChg chg="modSp mod">
        <pc:chgData name="Mathieu Éric" userId="876603ee-f650-40c1-9881-187c9e3f5540" providerId="ADAL" clId="{2493C416-A0E4-406D-81F0-2240FE309CAC}" dt="2023-08-21T21:37:36.721" v="236"/>
        <pc:sldMkLst>
          <pc:docMk/>
          <pc:sldMk cId="258917546" sldId="272"/>
        </pc:sldMkLst>
      </pc:sldChg>
      <pc:sldChg chg="modSp mod">
        <pc:chgData name="Mathieu Éric" userId="876603ee-f650-40c1-9881-187c9e3f5540" providerId="ADAL" clId="{2493C416-A0E4-406D-81F0-2240FE309CAC}" dt="2023-08-21T21:37:36.721" v="236"/>
        <pc:sldMkLst>
          <pc:docMk/>
          <pc:sldMk cId="3070295933" sldId="273"/>
        </pc:sldMkLst>
      </pc:sldChg>
      <pc:sldChg chg="modSp">
        <pc:chgData name="Mathieu Éric" userId="876603ee-f650-40c1-9881-187c9e3f5540" providerId="ADAL" clId="{2493C416-A0E4-406D-81F0-2240FE309CAC}" dt="2023-08-21T21:37:36.721" v="236"/>
        <pc:sldMkLst>
          <pc:docMk/>
          <pc:sldMk cId="3985466174" sldId="274"/>
        </pc:sldMkLst>
      </pc:sldChg>
      <pc:sldChg chg="modSp mod">
        <pc:chgData name="Mathieu Éric" userId="876603ee-f650-40c1-9881-187c9e3f5540" providerId="ADAL" clId="{2493C416-A0E4-406D-81F0-2240FE309CAC}" dt="2023-08-21T21:37:36.721" v="236"/>
        <pc:sldMkLst>
          <pc:docMk/>
          <pc:sldMk cId="842612236" sldId="275"/>
        </pc:sldMkLst>
      </pc:sldChg>
      <pc:sldChg chg="modSp mod">
        <pc:chgData name="Mathieu Éric" userId="876603ee-f650-40c1-9881-187c9e3f5540" providerId="ADAL" clId="{2493C416-A0E4-406D-81F0-2240FE309CAC}" dt="2023-08-21T21:37:36.721" v="236"/>
        <pc:sldMkLst>
          <pc:docMk/>
          <pc:sldMk cId="2425454123" sldId="276"/>
        </pc:sldMkLst>
      </pc:sldChg>
      <pc:sldChg chg="modSp mod">
        <pc:chgData name="Mathieu Éric" userId="876603ee-f650-40c1-9881-187c9e3f5540" providerId="ADAL" clId="{2493C416-A0E4-406D-81F0-2240FE309CAC}" dt="2023-08-21T21:37:36.721" v="236"/>
        <pc:sldMkLst>
          <pc:docMk/>
          <pc:sldMk cId="3744527121" sldId="277"/>
        </pc:sldMkLst>
      </pc:sldChg>
      <pc:sldChg chg="modSp mod">
        <pc:chgData name="Mathieu Éric" userId="876603ee-f650-40c1-9881-187c9e3f5540" providerId="ADAL" clId="{2493C416-A0E4-406D-81F0-2240FE309CAC}" dt="2023-08-21T21:37:36.721" v="236"/>
        <pc:sldMkLst>
          <pc:docMk/>
          <pc:sldMk cId="2310505159" sldId="278"/>
        </pc:sldMkLst>
      </pc:sldChg>
      <pc:sldChg chg="modSp">
        <pc:chgData name="Mathieu Éric" userId="876603ee-f650-40c1-9881-187c9e3f5540" providerId="ADAL" clId="{2493C416-A0E4-406D-81F0-2240FE309CAC}" dt="2023-08-21T21:37:36.721" v="236"/>
        <pc:sldMkLst>
          <pc:docMk/>
          <pc:sldMk cId="4127174395" sldId="279"/>
        </pc:sldMkLst>
      </pc:sldChg>
      <pc:sldChg chg="modSp">
        <pc:chgData name="Mathieu Éric" userId="876603ee-f650-40c1-9881-187c9e3f5540" providerId="ADAL" clId="{2493C416-A0E4-406D-81F0-2240FE309CAC}" dt="2023-08-21T21:37:36.721" v="236"/>
        <pc:sldMkLst>
          <pc:docMk/>
          <pc:sldMk cId="1015590901" sldId="280"/>
        </pc:sldMkLst>
      </pc:sldChg>
      <pc:sldChg chg="modSp">
        <pc:chgData name="Mathieu Éric" userId="876603ee-f650-40c1-9881-187c9e3f5540" providerId="ADAL" clId="{2493C416-A0E4-406D-81F0-2240FE309CAC}" dt="2023-08-21T21:37:36.721" v="236"/>
        <pc:sldMkLst>
          <pc:docMk/>
          <pc:sldMk cId="3450238189" sldId="281"/>
        </pc:sldMkLst>
      </pc:sldChg>
      <pc:sldChg chg="modSp">
        <pc:chgData name="Mathieu Éric" userId="876603ee-f650-40c1-9881-187c9e3f5540" providerId="ADAL" clId="{2493C416-A0E4-406D-81F0-2240FE309CAC}" dt="2023-08-21T21:37:36.721" v="236"/>
        <pc:sldMkLst>
          <pc:docMk/>
          <pc:sldMk cId="1686952854" sldId="282"/>
        </pc:sldMkLst>
      </pc:sldChg>
      <pc:sldChg chg="modSp mod">
        <pc:chgData name="Mathieu Éric" userId="876603ee-f650-40c1-9881-187c9e3f5540" providerId="ADAL" clId="{2493C416-A0E4-406D-81F0-2240FE309CAC}" dt="2023-08-21T21:37:36.721" v="236"/>
        <pc:sldMkLst>
          <pc:docMk/>
          <pc:sldMk cId="147291690" sldId="283"/>
        </pc:sldMkLst>
      </pc:sldChg>
      <pc:sldChg chg="modSp">
        <pc:chgData name="Mathieu Éric" userId="876603ee-f650-40c1-9881-187c9e3f5540" providerId="ADAL" clId="{2493C416-A0E4-406D-81F0-2240FE309CAC}" dt="2023-08-21T21:37:36.721" v="236"/>
        <pc:sldMkLst>
          <pc:docMk/>
          <pc:sldMk cId="112152554" sldId="284"/>
        </pc:sldMkLst>
      </pc:sldChg>
      <pc:sldChg chg="modSp mod">
        <pc:chgData name="Mathieu Éric" userId="876603ee-f650-40c1-9881-187c9e3f5540" providerId="ADAL" clId="{2493C416-A0E4-406D-81F0-2240FE309CAC}" dt="2023-08-21T21:37:36.721" v="236"/>
        <pc:sldMkLst>
          <pc:docMk/>
          <pc:sldMk cId="2894799565" sldId="285"/>
        </pc:sldMkLst>
      </pc:sldChg>
      <pc:sldChg chg="modSp mod">
        <pc:chgData name="Mathieu Éric" userId="876603ee-f650-40c1-9881-187c9e3f5540" providerId="ADAL" clId="{2493C416-A0E4-406D-81F0-2240FE309CAC}" dt="2023-08-21T21:37:36.721" v="236"/>
        <pc:sldMkLst>
          <pc:docMk/>
          <pc:sldMk cId="1145953508" sldId="286"/>
        </pc:sldMkLst>
      </pc:sldChg>
      <pc:sldChg chg="modSp mod">
        <pc:chgData name="Mathieu Éric" userId="876603ee-f650-40c1-9881-187c9e3f5540" providerId="ADAL" clId="{2493C416-A0E4-406D-81F0-2240FE309CAC}" dt="2023-08-21T21:37:36.721" v="236"/>
        <pc:sldMkLst>
          <pc:docMk/>
          <pc:sldMk cId="339601490" sldId="287"/>
        </pc:sldMkLst>
      </pc:sldChg>
      <pc:sldChg chg="modSp mod">
        <pc:chgData name="Mathieu Éric" userId="876603ee-f650-40c1-9881-187c9e3f5540" providerId="ADAL" clId="{2493C416-A0E4-406D-81F0-2240FE309CAC}" dt="2023-08-21T21:37:36.721" v="236"/>
        <pc:sldMkLst>
          <pc:docMk/>
          <pc:sldMk cId="2115840496" sldId="288"/>
        </pc:sldMkLst>
      </pc:sldChg>
      <pc:sldChg chg="modSp mod">
        <pc:chgData name="Mathieu Éric" userId="876603ee-f650-40c1-9881-187c9e3f5540" providerId="ADAL" clId="{2493C416-A0E4-406D-81F0-2240FE309CAC}" dt="2023-08-21T21:37:36.721" v="236"/>
        <pc:sldMkLst>
          <pc:docMk/>
          <pc:sldMk cId="4269226613" sldId="289"/>
        </pc:sldMkLst>
      </pc:sldChg>
      <pc:sldChg chg="modSp">
        <pc:chgData name="Mathieu Éric" userId="876603ee-f650-40c1-9881-187c9e3f5540" providerId="ADAL" clId="{2493C416-A0E4-406D-81F0-2240FE309CAC}" dt="2023-08-21T21:37:36.721" v="236"/>
        <pc:sldMkLst>
          <pc:docMk/>
          <pc:sldMk cId="3042163779" sldId="290"/>
        </pc:sldMkLst>
      </pc:sldChg>
      <pc:sldChg chg="modSp mod">
        <pc:chgData name="Mathieu Éric" userId="876603ee-f650-40c1-9881-187c9e3f5540" providerId="ADAL" clId="{2493C416-A0E4-406D-81F0-2240FE309CAC}" dt="2023-08-21T21:37:36.721" v="236"/>
        <pc:sldMkLst>
          <pc:docMk/>
          <pc:sldMk cId="3929104316" sldId="291"/>
        </pc:sldMkLst>
      </pc:sldChg>
      <pc:sldChg chg="modSp mod">
        <pc:chgData name="Mathieu Éric" userId="876603ee-f650-40c1-9881-187c9e3f5540" providerId="ADAL" clId="{2493C416-A0E4-406D-81F0-2240FE309CAC}" dt="2023-08-21T21:37:36.721" v="236"/>
        <pc:sldMkLst>
          <pc:docMk/>
          <pc:sldMk cId="196676411" sldId="292"/>
        </pc:sldMkLst>
      </pc:sldChg>
      <pc:sldChg chg="modSp">
        <pc:chgData name="Mathieu Éric" userId="876603ee-f650-40c1-9881-187c9e3f5540" providerId="ADAL" clId="{2493C416-A0E4-406D-81F0-2240FE309CAC}" dt="2023-08-21T21:37:36.721" v="236"/>
        <pc:sldMkLst>
          <pc:docMk/>
          <pc:sldMk cId="1088826689" sldId="293"/>
        </pc:sldMkLst>
      </pc:sldChg>
      <pc:sldChg chg="modSp">
        <pc:chgData name="Mathieu Éric" userId="876603ee-f650-40c1-9881-187c9e3f5540" providerId="ADAL" clId="{2493C416-A0E4-406D-81F0-2240FE309CAC}" dt="2023-08-21T21:37:36.721" v="236"/>
        <pc:sldMkLst>
          <pc:docMk/>
          <pc:sldMk cId="3338216796" sldId="294"/>
        </pc:sldMkLst>
      </pc:sldChg>
      <pc:sldChg chg="modSp">
        <pc:chgData name="Mathieu Éric" userId="876603ee-f650-40c1-9881-187c9e3f5540" providerId="ADAL" clId="{2493C416-A0E4-406D-81F0-2240FE309CAC}" dt="2023-08-21T21:37:36.721" v="236"/>
        <pc:sldMkLst>
          <pc:docMk/>
          <pc:sldMk cId="4003534372" sldId="295"/>
        </pc:sldMkLst>
      </pc:sldChg>
      <pc:sldChg chg="modSp mod">
        <pc:chgData name="Mathieu Éric" userId="876603ee-f650-40c1-9881-187c9e3f5540" providerId="ADAL" clId="{2493C416-A0E4-406D-81F0-2240FE309CAC}" dt="2023-08-21T21:37:36.721" v="236"/>
        <pc:sldMkLst>
          <pc:docMk/>
          <pc:sldMk cId="1775083352" sldId="296"/>
        </pc:sldMkLst>
      </pc:sldChg>
      <pc:sldChg chg="modSp mod">
        <pc:chgData name="Mathieu Éric" userId="876603ee-f650-40c1-9881-187c9e3f5540" providerId="ADAL" clId="{2493C416-A0E4-406D-81F0-2240FE309CAC}" dt="2023-08-21T21:37:36.721" v="236"/>
        <pc:sldMkLst>
          <pc:docMk/>
          <pc:sldMk cId="578686924" sldId="297"/>
        </pc:sldMkLst>
      </pc:sldChg>
      <pc:sldChg chg="modSp mod">
        <pc:chgData name="Mathieu Éric" userId="876603ee-f650-40c1-9881-187c9e3f5540" providerId="ADAL" clId="{2493C416-A0E4-406D-81F0-2240FE309CAC}" dt="2023-08-21T21:37:36.721" v="236"/>
        <pc:sldMkLst>
          <pc:docMk/>
          <pc:sldMk cId="2112330234" sldId="298"/>
        </pc:sldMkLst>
      </pc:sldChg>
      <pc:sldChg chg="modSp mod">
        <pc:chgData name="Mathieu Éric" userId="876603ee-f650-40c1-9881-187c9e3f5540" providerId="ADAL" clId="{2493C416-A0E4-406D-81F0-2240FE309CAC}" dt="2023-08-21T21:37:36.721" v="236"/>
        <pc:sldMkLst>
          <pc:docMk/>
          <pc:sldMk cId="1100243001" sldId="299"/>
        </pc:sldMkLst>
      </pc:sldChg>
      <pc:sldChg chg="modSp">
        <pc:chgData name="Mathieu Éric" userId="876603ee-f650-40c1-9881-187c9e3f5540" providerId="ADAL" clId="{2493C416-A0E4-406D-81F0-2240FE309CAC}" dt="2023-08-21T21:37:36.721" v="236"/>
        <pc:sldMkLst>
          <pc:docMk/>
          <pc:sldMk cId="3830846297" sldId="300"/>
        </pc:sldMkLst>
      </pc:sldChg>
      <pc:sldChg chg="modSp">
        <pc:chgData name="Mathieu Éric" userId="876603ee-f650-40c1-9881-187c9e3f5540" providerId="ADAL" clId="{2493C416-A0E4-406D-81F0-2240FE309CAC}" dt="2023-08-21T21:37:36.721" v="236"/>
        <pc:sldMkLst>
          <pc:docMk/>
          <pc:sldMk cId="580405045" sldId="301"/>
        </pc:sldMkLst>
      </pc:sldChg>
      <pc:sldChg chg="modSp mod">
        <pc:chgData name="Mathieu Éric" userId="876603ee-f650-40c1-9881-187c9e3f5540" providerId="ADAL" clId="{2493C416-A0E4-406D-81F0-2240FE309CAC}" dt="2023-08-21T21:37:36.721" v="236"/>
        <pc:sldMkLst>
          <pc:docMk/>
          <pc:sldMk cId="1743848198" sldId="302"/>
        </pc:sldMkLst>
      </pc:sldChg>
      <pc:sldChg chg="modSp">
        <pc:chgData name="Mathieu Éric" userId="876603ee-f650-40c1-9881-187c9e3f5540" providerId="ADAL" clId="{2493C416-A0E4-406D-81F0-2240FE309CAC}" dt="2023-08-21T21:37:36.721" v="236"/>
        <pc:sldMkLst>
          <pc:docMk/>
          <pc:sldMk cId="889775138" sldId="304"/>
        </pc:sldMkLst>
      </pc:sldChg>
      <pc:sldChg chg="modSp mod">
        <pc:chgData name="Mathieu Éric" userId="876603ee-f650-40c1-9881-187c9e3f5540" providerId="ADAL" clId="{2493C416-A0E4-406D-81F0-2240FE309CAC}" dt="2023-08-21T21:37:36.721" v="236"/>
        <pc:sldMkLst>
          <pc:docMk/>
          <pc:sldMk cId="1654889216" sldId="305"/>
        </pc:sldMkLst>
      </pc:sldChg>
      <pc:sldChg chg="modSp">
        <pc:chgData name="Mathieu Éric" userId="876603ee-f650-40c1-9881-187c9e3f5540" providerId="ADAL" clId="{2493C416-A0E4-406D-81F0-2240FE309CAC}" dt="2023-08-21T21:37:36.721" v="236"/>
        <pc:sldMkLst>
          <pc:docMk/>
          <pc:sldMk cId="1911261038" sldId="306"/>
        </pc:sldMkLst>
      </pc:sldChg>
      <pc:sldChg chg="modSp mod">
        <pc:chgData name="Mathieu Éric" userId="876603ee-f650-40c1-9881-187c9e3f5540" providerId="ADAL" clId="{2493C416-A0E4-406D-81F0-2240FE309CAC}" dt="2023-08-21T21:37:36.721" v="236"/>
        <pc:sldMkLst>
          <pc:docMk/>
          <pc:sldMk cId="2256531308" sldId="307"/>
        </pc:sldMkLst>
      </pc:sldChg>
      <pc:sldChg chg="modSp">
        <pc:chgData name="Mathieu Éric" userId="876603ee-f650-40c1-9881-187c9e3f5540" providerId="ADAL" clId="{2493C416-A0E4-406D-81F0-2240FE309CAC}" dt="2023-08-21T21:37:36.721" v="236"/>
        <pc:sldMkLst>
          <pc:docMk/>
          <pc:sldMk cId="1211443611" sldId="308"/>
        </pc:sldMkLst>
      </pc:sldChg>
      <pc:sldChg chg="modSp">
        <pc:chgData name="Mathieu Éric" userId="876603ee-f650-40c1-9881-187c9e3f5540" providerId="ADAL" clId="{2493C416-A0E4-406D-81F0-2240FE309CAC}" dt="2023-08-21T21:37:36.721" v="236"/>
        <pc:sldMkLst>
          <pc:docMk/>
          <pc:sldMk cId="2521506974" sldId="309"/>
        </pc:sldMkLst>
      </pc:sldChg>
      <pc:sldChg chg="modSp mod">
        <pc:chgData name="Mathieu Éric" userId="876603ee-f650-40c1-9881-187c9e3f5540" providerId="ADAL" clId="{2493C416-A0E4-406D-81F0-2240FE309CAC}" dt="2023-08-21T21:37:36.721" v="236"/>
        <pc:sldMkLst>
          <pc:docMk/>
          <pc:sldMk cId="689654199" sldId="310"/>
        </pc:sldMkLst>
      </pc:sldChg>
      <pc:sldChg chg="modSp mod">
        <pc:chgData name="Mathieu Éric" userId="876603ee-f650-40c1-9881-187c9e3f5540" providerId="ADAL" clId="{2493C416-A0E4-406D-81F0-2240FE309CAC}" dt="2023-08-21T21:37:36.721" v="236"/>
        <pc:sldMkLst>
          <pc:docMk/>
          <pc:sldMk cId="1315455968" sldId="311"/>
        </pc:sldMkLst>
      </pc:sldChg>
      <pc:sldChg chg="modSp">
        <pc:chgData name="Mathieu Éric" userId="876603ee-f650-40c1-9881-187c9e3f5540" providerId="ADAL" clId="{2493C416-A0E4-406D-81F0-2240FE309CAC}" dt="2023-08-21T21:37:36.721" v="236"/>
        <pc:sldMkLst>
          <pc:docMk/>
          <pc:sldMk cId="940702497" sldId="312"/>
        </pc:sldMkLst>
      </pc:sldChg>
      <pc:sldChg chg="modSp mod">
        <pc:chgData name="Mathieu Éric" userId="876603ee-f650-40c1-9881-187c9e3f5540" providerId="ADAL" clId="{2493C416-A0E4-406D-81F0-2240FE309CAC}" dt="2023-08-21T21:37:36.721" v="236"/>
        <pc:sldMkLst>
          <pc:docMk/>
          <pc:sldMk cId="1810342737" sldId="313"/>
        </pc:sldMkLst>
      </pc:sldChg>
      <pc:sldChg chg="modSp">
        <pc:chgData name="Mathieu Éric" userId="876603ee-f650-40c1-9881-187c9e3f5540" providerId="ADAL" clId="{2493C416-A0E4-406D-81F0-2240FE309CAC}" dt="2023-08-21T21:37:36.721" v="236"/>
        <pc:sldMkLst>
          <pc:docMk/>
          <pc:sldMk cId="2780806995" sldId="314"/>
        </pc:sldMkLst>
      </pc:sldChg>
      <pc:sldChg chg="modSp">
        <pc:chgData name="Mathieu Éric" userId="876603ee-f650-40c1-9881-187c9e3f5540" providerId="ADAL" clId="{2493C416-A0E4-406D-81F0-2240FE309CAC}" dt="2023-08-21T21:37:36.721" v="236"/>
        <pc:sldMkLst>
          <pc:docMk/>
          <pc:sldMk cId="237963385" sldId="315"/>
        </pc:sldMkLst>
      </pc:sldChg>
      <pc:sldChg chg="modSp mod">
        <pc:chgData name="Mathieu Éric" userId="876603ee-f650-40c1-9881-187c9e3f5540" providerId="ADAL" clId="{2493C416-A0E4-406D-81F0-2240FE309CAC}" dt="2023-08-21T21:37:36.721" v="236"/>
        <pc:sldMkLst>
          <pc:docMk/>
          <pc:sldMk cId="2114602105" sldId="316"/>
        </pc:sldMkLst>
      </pc:sldChg>
      <pc:sldChg chg="modSp">
        <pc:chgData name="Mathieu Éric" userId="876603ee-f650-40c1-9881-187c9e3f5540" providerId="ADAL" clId="{2493C416-A0E4-406D-81F0-2240FE309CAC}" dt="2023-08-21T21:37:36.721" v="236"/>
        <pc:sldMkLst>
          <pc:docMk/>
          <pc:sldMk cId="3231353708" sldId="317"/>
        </pc:sldMkLst>
      </pc:sldChg>
      <pc:sldChg chg="modSp mod">
        <pc:chgData name="Mathieu Éric" userId="876603ee-f650-40c1-9881-187c9e3f5540" providerId="ADAL" clId="{2493C416-A0E4-406D-81F0-2240FE309CAC}" dt="2023-08-21T21:37:36.721" v="236"/>
        <pc:sldMkLst>
          <pc:docMk/>
          <pc:sldMk cId="3519582452" sldId="318"/>
        </pc:sldMkLst>
      </pc:sldChg>
      <pc:sldChg chg="modSp">
        <pc:chgData name="Mathieu Éric" userId="876603ee-f650-40c1-9881-187c9e3f5540" providerId="ADAL" clId="{2493C416-A0E4-406D-81F0-2240FE309CAC}" dt="2023-08-21T21:37:36.721" v="236"/>
        <pc:sldMkLst>
          <pc:docMk/>
          <pc:sldMk cId="2249384250" sldId="319"/>
        </pc:sldMkLst>
      </pc:sldChg>
      <pc:sldChg chg="modSp">
        <pc:chgData name="Mathieu Éric" userId="876603ee-f650-40c1-9881-187c9e3f5540" providerId="ADAL" clId="{2493C416-A0E4-406D-81F0-2240FE309CAC}" dt="2023-08-21T21:37:36.721" v="236"/>
        <pc:sldMkLst>
          <pc:docMk/>
          <pc:sldMk cId="3570737064" sldId="320"/>
        </pc:sldMkLst>
      </pc:sldChg>
      <pc:sldChg chg="modSp">
        <pc:chgData name="Mathieu Éric" userId="876603ee-f650-40c1-9881-187c9e3f5540" providerId="ADAL" clId="{2493C416-A0E4-406D-81F0-2240FE309CAC}" dt="2023-08-21T21:37:36.721" v="236"/>
        <pc:sldMkLst>
          <pc:docMk/>
          <pc:sldMk cId="3541664714" sldId="321"/>
        </pc:sldMkLst>
      </pc:sldChg>
      <pc:sldChg chg="modSp">
        <pc:chgData name="Mathieu Éric" userId="876603ee-f650-40c1-9881-187c9e3f5540" providerId="ADAL" clId="{2493C416-A0E4-406D-81F0-2240FE309CAC}" dt="2023-08-21T21:37:36.721" v="236"/>
        <pc:sldMkLst>
          <pc:docMk/>
          <pc:sldMk cId="3830101523" sldId="322"/>
        </pc:sldMkLst>
      </pc:sldChg>
      <pc:sldChg chg="modSp">
        <pc:chgData name="Mathieu Éric" userId="876603ee-f650-40c1-9881-187c9e3f5540" providerId="ADAL" clId="{2493C416-A0E4-406D-81F0-2240FE309CAC}" dt="2023-08-21T21:37:36.721" v="236"/>
        <pc:sldMkLst>
          <pc:docMk/>
          <pc:sldMk cId="3633242060" sldId="323"/>
        </pc:sldMkLst>
      </pc:sldChg>
      <pc:sldChg chg="modSp">
        <pc:chgData name="Mathieu Éric" userId="876603ee-f650-40c1-9881-187c9e3f5540" providerId="ADAL" clId="{2493C416-A0E4-406D-81F0-2240FE309CAC}" dt="2023-08-21T21:37:36.721" v="236"/>
        <pc:sldMkLst>
          <pc:docMk/>
          <pc:sldMk cId="3927863136" sldId="324"/>
        </pc:sldMkLst>
      </pc:sldChg>
      <pc:sldChg chg="modSp mod">
        <pc:chgData name="Mathieu Éric" userId="876603ee-f650-40c1-9881-187c9e3f5540" providerId="ADAL" clId="{2493C416-A0E4-406D-81F0-2240FE309CAC}" dt="2023-08-21T21:37:36.721" v="236"/>
        <pc:sldMkLst>
          <pc:docMk/>
          <pc:sldMk cId="1642250327" sldId="325"/>
        </pc:sldMkLst>
      </pc:sldChg>
      <pc:sldChg chg="modSp">
        <pc:chgData name="Mathieu Éric" userId="876603ee-f650-40c1-9881-187c9e3f5540" providerId="ADAL" clId="{2493C416-A0E4-406D-81F0-2240FE309CAC}" dt="2023-08-21T21:37:36.721" v="236"/>
        <pc:sldMkLst>
          <pc:docMk/>
          <pc:sldMk cId="779457824" sldId="326"/>
        </pc:sldMkLst>
      </pc:sldChg>
      <pc:sldChg chg="modSp">
        <pc:chgData name="Mathieu Éric" userId="876603ee-f650-40c1-9881-187c9e3f5540" providerId="ADAL" clId="{2493C416-A0E4-406D-81F0-2240FE309CAC}" dt="2023-08-21T21:37:36.721" v="236"/>
        <pc:sldMkLst>
          <pc:docMk/>
          <pc:sldMk cId="572597973" sldId="327"/>
        </pc:sldMkLst>
      </pc:sldChg>
      <pc:sldChg chg="modSp">
        <pc:chgData name="Mathieu Éric" userId="876603ee-f650-40c1-9881-187c9e3f5540" providerId="ADAL" clId="{2493C416-A0E4-406D-81F0-2240FE309CAC}" dt="2023-08-21T21:37:36.721" v="236"/>
        <pc:sldMkLst>
          <pc:docMk/>
          <pc:sldMk cId="3227263039" sldId="328"/>
        </pc:sldMkLst>
      </pc:sldChg>
      <pc:sldChg chg="modSp">
        <pc:chgData name="Mathieu Éric" userId="876603ee-f650-40c1-9881-187c9e3f5540" providerId="ADAL" clId="{2493C416-A0E4-406D-81F0-2240FE309CAC}" dt="2023-08-21T21:37:36.721" v="236"/>
        <pc:sldMkLst>
          <pc:docMk/>
          <pc:sldMk cId="2281340784" sldId="329"/>
        </pc:sldMkLst>
      </pc:sldChg>
      <pc:sldChg chg="modSp mod">
        <pc:chgData name="Mathieu Éric" userId="876603ee-f650-40c1-9881-187c9e3f5540" providerId="ADAL" clId="{2493C416-A0E4-406D-81F0-2240FE309CAC}" dt="2023-08-21T21:37:36.721" v="236"/>
        <pc:sldMkLst>
          <pc:docMk/>
          <pc:sldMk cId="4032099946" sldId="330"/>
        </pc:sldMkLst>
      </pc:sldChg>
      <pc:sldChg chg="modSp">
        <pc:chgData name="Mathieu Éric" userId="876603ee-f650-40c1-9881-187c9e3f5540" providerId="ADAL" clId="{2493C416-A0E4-406D-81F0-2240FE309CAC}" dt="2023-08-21T21:37:36.721" v="236"/>
        <pc:sldMkLst>
          <pc:docMk/>
          <pc:sldMk cId="4244689920" sldId="331"/>
        </pc:sldMkLst>
      </pc:sldChg>
      <pc:sldChg chg="modSp">
        <pc:chgData name="Mathieu Éric" userId="876603ee-f650-40c1-9881-187c9e3f5540" providerId="ADAL" clId="{2493C416-A0E4-406D-81F0-2240FE309CAC}" dt="2023-08-21T21:37:36.721" v="236"/>
        <pc:sldMkLst>
          <pc:docMk/>
          <pc:sldMk cId="2709171399" sldId="332"/>
        </pc:sldMkLst>
      </pc:sldChg>
      <pc:sldChg chg="modSp">
        <pc:chgData name="Mathieu Éric" userId="876603ee-f650-40c1-9881-187c9e3f5540" providerId="ADAL" clId="{2493C416-A0E4-406D-81F0-2240FE309CAC}" dt="2023-08-21T21:37:36.721" v="236"/>
        <pc:sldMkLst>
          <pc:docMk/>
          <pc:sldMk cId="1602938534" sldId="333"/>
        </pc:sldMkLst>
      </pc:sldChg>
      <pc:sldChg chg="modSp mod">
        <pc:chgData name="Mathieu Éric" userId="876603ee-f650-40c1-9881-187c9e3f5540" providerId="ADAL" clId="{2493C416-A0E4-406D-81F0-2240FE309CAC}" dt="2023-08-21T21:37:36.721" v="236"/>
        <pc:sldMkLst>
          <pc:docMk/>
          <pc:sldMk cId="1933209194" sldId="334"/>
        </pc:sldMkLst>
      </pc:sldChg>
      <pc:sldChg chg="modSp">
        <pc:chgData name="Mathieu Éric" userId="876603ee-f650-40c1-9881-187c9e3f5540" providerId="ADAL" clId="{2493C416-A0E4-406D-81F0-2240FE309CAC}" dt="2023-08-21T21:37:36.721" v="236"/>
        <pc:sldMkLst>
          <pc:docMk/>
          <pc:sldMk cId="3959702000" sldId="335"/>
        </pc:sldMkLst>
      </pc:sldChg>
      <pc:sldChg chg="modSp">
        <pc:chgData name="Mathieu Éric" userId="876603ee-f650-40c1-9881-187c9e3f5540" providerId="ADAL" clId="{2493C416-A0E4-406D-81F0-2240FE309CAC}" dt="2023-08-21T21:37:36.721" v="236"/>
        <pc:sldMkLst>
          <pc:docMk/>
          <pc:sldMk cId="3656356942" sldId="336"/>
        </pc:sldMkLst>
      </pc:sldChg>
      <pc:sldChg chg="modSp">
        <pc:chgData name="Mathieu Éric" userId="876603ee-f650-40c1-9881-187c9e3f5540" providerId="ADAL" clId="{2493C416-A0E4-406D-81F0-2240FE309CAC}" dt="2023-08-21T21:37:36.721" v="236"/>
        <pc:sldMkLst>
          <pc:docMk/>
          <pc:sldMk cId="56230102" sldId="337"/>
        </pc:sldMkLst>
      </pc:sldChg>
      <pc:sldChg chg="modSp">
        <pc:chgData name="Mathieu Éric" userId="876603ee-f650-40c1-9881-187c9e3f5540" providerId="ADAL" clId="{2493C416-A0E4-406D-81F0-2240FE309CAC}" dt="2023-08-21T21:37:36.721" v="236"/>
        <pc:sldMkLst>
          <pc:docMk/>
          <pc:sldMk cId="2192961272" sldId="338"/>
        </pc:sldMkLst>
      </pc:sldChg>
      <pc:sldChg chg="modSp">
        <pc:chgData name="Mathieu Éric" userId="876603ee-f650-40c1-9881-187c9e3f5540" providerId="ADAL" clId="{2493C416-A0E4-406D-81F0-2240FE309CAC}" dt="2023-08-21T21:37:36.721" v="236"/>
        <pc:sldMkLst>
          <pc:docMk/>
          <pc:sldMk cId="2484887184" sldId="339"/>
        </pc:sldMkLst>
      </pc:sldChg>
      <pc:sldChg chg="modSp">
        <pc:chgData name="Mathieu Éric" userId="876603ee-f650-40c1-9881-187c9e3f5540" providerId="ADAL" clId="{2493C416-A0E4-406D-81F0-2240FE309CAC}" dt="2023-08-21T21:37:36.721" v="236"/>
        <pc:sldMkLst>
          <pc:docMk/>
          <pc:sldMk cId="2753671624" sldId="340"/>
        </pc:sldMkLst>
      </pc:sldChg>
      <pc:sldChg chg="modSp">
        <pc:chgData name="Mathieu Éric" userId="876603ee-f650-40c1-9881-187c9e3f5540" providerId="ADAL" clId="{2493C416-A0E4-406D-81F0-2240FE309CAC}" dt="2023-08-21T21:37:36.721" v="236"/>
        <pc:sldMkLst>
          <pc:docMk/>
          <pc:sldMk cId="1966759502" sldId="341"/>
        </pc:sldMkLst>
      </pc:sldChg>
      <pc:sldChg chg="modSp mod">
        <pc:chgData name="Mathieu Éric" userId="876603ee-f650-40c1-9881-187c9e3f5540" providerId="ADAL" clId="{2493C416-A0E4-406D-81F0-2240FE309CAC}" dt="2023-08-21T21:37:36.721" v="236"/>
        <pc:sldMkLst>
          <pc:docMk/>
          <pc:sldMk cId="46986087" sldId="342"/>
        </pc:sldMkLst>
      </pc:sldChg>
      <pc:sldMasterChg chg="modSldLayout">
        <pc:chgData name="Mathieu Éric" userId="876603ee-f650-40c1-9881-187c9e3f5540" providerId="ADAL" clId="{2493C416-A0E4-406D-81F0-2240FE309CAC}" dt="2023-08-21T16:57:30.100" v="178" actId="478"/>
        <pc:sldMasterMkLst>
          <pc:docMk/>
          <pc:sldMasterMk cId="3355918016" sldId="2147483648"/>
        </pc:sldMasterMkLst>
        <pc:sldLayoutChg chg="addSp delSp modSp mod">
          <pc:chgData name="Mathieu Éric" userId="876603ee-f650-40c1-9881-187c9e3f5540" providerId="ADAL" clId="{2493C416-A0E4-406D-81F0-2240FE309CAC}" dt="2023-08-21T16:57:30.100" v="178" actId="478"/>
          <pc:sldLayoutMkLst>
            <pc:docMk/>
            <pc:sldMasterMk cId="3355918016" sldId="2147483648"/>
            <pc:sldLayoutMk cId="1362642233" sldId="2147483661"/>
          </pc:sldLayoutMkLst>
        </pc:sldLayoutChg>
      </pc:sldMasterChg>
      <pc:sldMasterChg chg="modSldLayout">
        <pc:chgData name="Mathieu Éric" userId="876603ee-f650-40c1-9881-187c9e3f5540" providerId="ADAL" clId="{2493C416-A0E4-406D-81F0-2240FE309CAC}" dt="2023-08-21T21:37:26.935" v="179"/>
        <pc:sldMasterMkLst>
          <pc:docMk/>
          <pc:sldMasterMk cId="372414996" sldId="2147483664"/>
        </pc:sldMasterMkLst>
        <pc:sldLayoutChg chg="addSp">
          <pc:chgData name="Mathieu Éric" userId="876603ee-f650-40c1-9881-187c9e3f5540" providerId="ADAL" clId="{2493C416-A0E4-406D-81F0-2240FE309CAC}" dt="2023-08-21T21:37:26.935" v="179"/>
          <pc:sldLayoutMkLst>
            <pc:docMk/>
            <pc:sldMasterMk cId="372414996" sldId="2147483664"/>
            <pc:sldLayoutMk cId="2766576911" sldId="2147483665"/>
          </pc:sldLayoutMkLst>
        </pc:sldLayoutChg>
        <pc:sldLayoutChg chg="addSp">
          <pc:chgData name="Mathieu Éric" userId="876603ee-f650-40c1-9881-187c9e3f5540" providerId="ADAL" clId="{2493C416-A0E4-406D-81F0-2240FE309CAC}" dt="2023-08-21T21:37:26.935" v="179"/>
          <pc:sldLayoutMkLst>
            <pc:docMk/>
            <pc:sldMasterMk cId="372414996" sldId="2147483664"/>
            <pc:sldLayoutMk cId="3381668038" sldId="2147483666"/>
          </pc:sldLayoutMkLst>
        </pc:sldLayoutChg>
      </pc:sldMasterChg>
      <pc:sldMasterChg chg="modSldLayout">
        <pc:chgData name="Mathieu Éric" userId="876603ee-f650-40c1-9881-187c9e3f5540" providerId="ADAL" clId="{2493C416-A0E4-406D-81F0-2240FE309CAC}" dt="2023-08-21T16:57:02.941" v="131"/>
        <pc:sldMasterMkLst>
          <pc:docMk/>
          <pc:sldMasterMk cId="2423731129" sldId="2147483664"/>
        </pc:sldMasterMkLst>
        <pc:sldLayoutChg chg="addSp">
          <pc:chgData name="Mathieu Éric" userId="876603ee-f650-40c1-9881-187c9e3f5540" providerId="ADAL" clId="{2493C416-A0E4-406D-81F0-2240FE309CAC}" dt="2023-08-21T16:57:02.941" v="131"/>
          <pc:sldLayoutMkLst>
            <pc:docMk/>
            <pc:sldMasterMk cId="2423731129" sldId="2147483664"/>
            <pc:sldLayoutMk cId="2488200898" sldId="2147483665"/>
          </pc:sldLayoutMkLst>
        </pc:sldLayoutChg>
        <pc:sldLayoutChg chg="addSp">
          <pc:chgData name="Mathieu Éric" userId="876603ee-f650-40c1-9881-187c9e3f5540" providerId="ADAL" clId="{2493C416-A0E4-406D-81F0-2240FE309CAC}" dt="2023-08-21T16:57:02.941" v="131"/>
          <pc:sldLayoutMkLst>
            <pc:docMk/>
            <pc:sldMasterMk cId="2423731129" sldId="2147483664"/>
            <pc:sldLayoutMk cId="1891092132" sldId="2147483666"/>
          </pc:sldLayoutMkLst>
        </pc:sldLayoutChg>
      </pc:sldMasterChg>
      <pc:sldMasterChg chg="modSldLayout">
        <pc:chgData name="Mathieu Éric" userId="876603ee-f650-40c1-9881-187c9e3f5540" providerId="ADAL" clId="{2493C416-A0E4-406D-81F0-2240FE309CAC}" dt="2023-08-21T16:55:23.569" v="24"/>
        <pc:sldMasterMkLst>
          <pc:docMk/>
          <pc:sldMasterMk cId="2786845394" sldId="2147483664"/>
        </pc:sldMasterMkLst>
        <pc:sldLayoutChg chg="addSp">
          <pc:chgData name="Mathieu Éric" userId="876603ee-f650-40c1-9881-187c9e3f5540" providerId="ADAL" clId="{2493C416-A0E4-406D-81F0-2240FE309CAC}" dt="2023-08-21T16:55:23.569" v="24"/>
          <pc:sldLayoutMkLst>
            <pc:docMk/>
            <pc:sldMasterMk cId="2786845394" sldId="2147483664"/>
            <pc:sldLayoutMk cId="78703398" sldId="2147483665"/>
          </pc:sldLayoutMkLst>
        </pc:sldLayoutChg>
        <pc:sldLayoutChg chg="addSp">
          <pc:chgData name="Mathieu Éric" userId="876603ee-f650-40c1-9881-187c9e3f5540" providerId="ADAL" clId="{2493C416-A0E4-406D-81F0-2240FE309CAC}" dt="2023-08-21T16:55:23.569" v="24"/>
          <pc:sldLayoutMkLst>
            <pc:docMk/>
            <pc:sldMasterMk cId="2786845394" sldId="2147483664"/>
            <pc:sldLayoutMk cId="2243369837" sldId="2147483666"/>
          </pc:sldLayoutMkLst>
        </pc:sldLayoutChg>
      </pc:sldMasterChg>
      <pc:sldMasterChg chg="modSldLayout">
        <pc:chgData name="Mathieu Éric" userId="876603ee-f650-40c1-9881-187c9e3f5540" providerId="ADAL" clId="{2493C416-A0E4-406D-81F0-2240FE309CAC}" dt="2023-08-21T21:37:34.078" v="213"/>
        <pc:sldMasterMkLst>
          <pc:docMk/>
          <pc:sldMasterMk cId="3780709212" sldId="2147483664"/>
        </pc:sldMasterMkLst>
        <pc:sldLayoutChg chg="addSp">
          <pc:chgData name="Mathieu Éric" userId="876603ee-f650-40c1-9881-187c9e3f5540" providerId="ADAL" clId="{2493C416-A0E4-406D-81F0-2240FE309CAC}" dt="2023-08-21T21:37:34.078" v="213"/>
          <pc:sldLayoutMkLst>
            <pc:docMk/>
            <pc:sldMasterMk cId="3780709212" sldId="2147483664"/>
            <pc:sldLayoutMk cId="2757035948" sldId="2147483665"/>
          </pc:sldLayoutMkLst>
        </pc:sldLayoutChg>
        <pc:sldLayoutChg chg="addSp">
          <pc:chgData name="Mathieu Éric" userId="876603ee-f650-40c1-9881-187c9e3f5540" providerId="ADAL" clId="{2493C416-A0E4-406D-81F0-2240FE309CAC}" dt="2023-08-21T21:37:34.078" v="213"/>
          <pc:sldLayoutMkLst>
            <pc:docMk/>
            <pc:sldMasterMk cId="3780709212" sldId="2147483664"/>
            <pc:sldLayoutMk cId="13208374" sldId="2147483666"/>
          </pc:sldLayoutMkLst>
        </pc:sldLayoutChg>
      </pc:sldMasterChg>
      <pc:sldMasterChg chg="modSldLayout">
        <pc:chgData name="Mathieu Éric" userId="876603ee-f650-40c1-9881-187c9e3f5540" providerId="ADAL" clId="{2493C416-A0E4-406D-81F0-2240FE309CAC}" dt="2023-08-21T16:55:24.910" v="46"/>
        <pc:sldMasterMkLst>
          <pc:docMk/>
          <pc:sldMasterMk cId="383471515" sldId="2147483676"/>
        </pc:sldMasterMkLst>
        <pc:sldLayoutChg chg="addSp">
          <pc:chgData name="Mathieu Éric" userId="876603ee-f650-40c1-9881-187c9e3f5540" providerId="ADAL" clId="{2493C416-A0E4-406D-81F0-2240FE309CAC}" dt="2023-08-21T16:55:24.910" v="46"/>
          <pc:sldLayoutMkLst>
            <pc:docMk/>
            <pc:sldMasterMk cId="383471515" sldId="2147483676"/>
            <pc:sldLayoutMk cId="3540900367" sldId="2147483677"/>
          </pc:sldLayoutMkLst>
        </pc:sldLayoutChg>
        <pc:sldLayoutChg chg="addSp">
          <pc:chgData name="Mathieu Éric" userId="876603ee-f650-40c1-9881-187c9e3f5540" providerId="ADAL" clId="{2493C416-A0E4-406D-81F0-2240FE309CAC}" dt="2023-08-21T16:55:24.910" v="46"/>
          <pc:sldLayoutMkLst>
            <pc:docMk/>
            <pc:sldMasterMk cId="383471515" sldId="2147483676"/>
            <pc:sldLayoutMk cId="1012529395" sldId="2147483678"/>
          </pc:sldLayoutMkLst>
        </pc:sldLayoutChg>
      </pc:sldMasterChg>
      <pc:sldMasterChg chg="modSldLayout">
        <pc:chgData name="Mathieu Éric" userId="876603ee-f650-40c1-9881-187c9e3f5540" providerId="ADAL" clId="{2493C416-A0E4-406D-81F0-2240FE309CAC}" dt="2023-08-21T16:57:06.796" v="153"/>
        <pc:sldMasterMkLst>
          <pc:docMk/>
          <pc:sldMasterMk cId="2479986717" sldId="2147483676"/>
        </pc:sldMasterMkLst>
        <pc:sldLayoutChg chg="addSp">
          <pc:chgData name="Mathieu Éric" userId="876603ee-f650-40c1-9881-187c9e3f5540" providerId="ADAL" clId="{2493C416-A0E4-406D-81F0-2240FE309CAC}" dt="2023-08-21T16:57:06.796" v="153"/>
          <pc:sldLayoutMkLst>
            <pc:docMk/>
            <pc:sldMasterMk cId="2479986717" sldId="2147483676"/>
            <pc:sldLayoutMk cId="24309955" sldId="2147483677"/>
          </pc:sldLayoutMkLst>
        </pc:sldLayoutChg>
        <pc:sldLayoutChg chg="addSp">
          <pc:chgData name="Mathieu Éric" userId="876603ee-f650-40c1-9881-187c9e3f5540" providerId="ADAL" clId="{2493C416-A0E4-406D-81F0-2240FE309CAC}" dt="2023-08-21T16:57:06.796" v="153"/>
          <pc:sldLayoutMkLst>
            <pc:docMk/>
            <pc:sldMasterMk cId="2479986717" sldId="2147483676"/>
            <pc:sldLayoutMk cId="3001620842" sldId="2147483678"/>
          </pc:sldLayoutMkLst>
        </pc:sldLayoutChg>
      </pc:sldMasterChg>
      <pc:sldMasterChg chg="modSldLayout">
        <pc:chgData name="Mathieu Éric" userId="876603ee-f650-40c1-9881-187c9e3f5540" providerId="ADAL" clId="{2493C416-A0E4-406D-81F0-2240FE309CAC}" dt="2023-08-21T16:55:26.215" v="74"/>
        <pc:sldMasterMkLst>
          <pc:docMk/>
          <pc:sldMasterMk cId="3768260206" sldId="2147483693"/>
        </pc:sldMasterMkLst>
        <pc:sldLayoutChg chg="addSp">
          <pc:chgData name="Mathieu Éric" userId="876603ee-f650-40c1-9881-187c9e3f5540" providerId="ADAL" clId="{2493C416-A0E4-406D-81F0-2240FE309CAC}" dt="2023-08-21T16:55:26.215" v="74"/>
          <pc:sldLayoutMkLst>
            <pc:docMk/>
            <pc:sldMasterMk cId="3768260206" sldId="2147483693"/>
            <pc:sldLayoutMk cId="1717253042" sldId="2147483694"/>
          </pc:sldLayoutMkLst>
        </pc:sldLayoutChg>
        <pc:sldLayoutChg chg="addSp">
          <pc:chgData name="Mathieu Éric" userId="876603ee-f650-40c1-9881-187c9e3f5540" providerId="ADAL" clId="{2493C416-A0E4-406D-81F0-2240FE309CAC}" dt="2023-08-21T16:55:26.215" v="74"/>
          <pc:sldLayoutMkLst>
            <pc:docMk/>
            <pc:sldMasterMk cId="3768260206" sldId="2147483693"/>
            <pc:sldLayoutMk cId="2861612255" sldId="2147483695"/>
          </pc:sldLayoutMkLst>
        </pc:sldLayoutChg>
      </pc:sldMasterChg>
      <pc:sldMasterChg chg="modSldLayout">
        <pc:chgData name="Mathieu Éric" userId="876603ee-f650-40c1-9881-187c9e3f5540" providerId="ADAL" clId="{2493C416-A0E4-406D-81F0-2240FE309CAC}" dt="2023-08-21T16:55:57.267" v="89"/>
        <pc:sldMasterMkLst>
          <pc:docMk/>
          <pc:sldMasterMk cId="2672012382" sldId="2147483710"/>
        </pc:sldMasterMkLst>
        <pc:sldLayoutChg chg="addSp">
          <pc:chgData name="Mathieu Éric" userId="876603ee-f650-40c1-9881-187c9e3f5540" providerId="ADAL" clId="{2493C416-A0E4-406D-81F0-2240FE309CAC}" dt="2023-08-21T16:55:57.267" v="89"/>
          <pc:sldLayoutMkLst>
            <pc:docMk/>
            <pc:sldMasterMk cId="2672012382" sldId="2147483710"/>
            <pc:sldLayoutMk cId="3909863285" sldId="2147483711"/>
          </pc:sldLayoutMkLst>
        </pc:sldLayoutChg>
        <pc:sldLayoutChg chg="addSp">
          <pc:chgData name="Mathieu Éric" userId="876603ee-f650-40c1-9881-187c9e3f5540" providerId="ADAL" clId="{2493C416-A0E4-406D-81F0-2240FE309CAC}" dt="2023-08-21T16:55:57.267" v="89"/>
          <pc:sldLayoutMkLst>
            <pc:docMk/>
            <pc:sldMasterMk cId="2672012382" sldId="2147483710"/>
            <pc:sldLayoutMk cId="3731753189" sldId="2147483712"/>
          </pc:sldLayoutMkLst>
        </pc:sldLayoutChg>
      </pc:sldMasterChg>
    </pc:docChg>
  </pc:docChgLst>
  <pc:docChgLst>
    <pc:chgData name="Éric Mathieu" userId="S::eric.mathieu@cegepmontpetit.ca::876603ee-f650-40c1-9881-187c9e3f5540" providerId="AD" clId="Web-{B79599BF-8E8E-0A0D-D0B2-F45CE7873D4F}"/>
    <pc:docChg chg="delSld">
      <pc:chgData name="Éric Mathieu" userId="S::eric.mathieu@cegepmontpetit.ca::876603ee-f650-40c1-9881-187c9e3f5540" providerId="AD" clId="Web-{B79599BF-8E8E-0A0D-D0B2-F45CE7873D4F}" dt="2025-08-20T20:12:00.330" v="51"/>
      <pc:docMkLst>
        <pc:docMk/>
      </pc:docMkLst>
      <pc:sldChg chg="del">
        <pc:chgData name="Éric Mathieu" userId="S::eric.mathieu@cegepmontpetit.ca::876603ee-f650-40c1-9881-187c9e3f5540" providerId="AD" clId="Web-{B79599BF-8E8E-0A0D-D0B2-F45CE7873D4F}" dt="2025-08-20T20:12:00.330" v="51"/>
        <pc:sldMkLst>
          <pc:docMk/>
          <pc:sldMk cId="3313483383" sldId="256"/>
        </pc:sldMkLst>
      </pc:sldChg>
      <pc:sldChg chg="del">
        <pc:chgData name="Éric Mathieu" userId="S::eric.mathieu@cegepmontpetit.ca::876603ee-f650-40c1-9881-187c9e3f5540" providerId="AD" clId="Web-{B79599BF-8E8E-0A0D-D0B2-F45CE7873D4F}" dt="2025-08-20T20:12:00.330" v="50"/>
        <pc:sldMkLst>
          <pc:docMk/>
          <pc:sldMk cId="1970260803" sldId="257"/>
        </pc:sldMkLst>
      </pc:sldChg>
      <pc:sldChg chg="del">
        <pc:chgData name="Éric Mathieu" userId="S::eric.mathieu@cegepmontpetit.ca::876603ee-f650-40c1-9881-187c9e3f5540" providerId="AD" clId="Web-{B79599BF-8E8E-0A0D-D0B2-F45CE7873D4F}" dt="2025-08-20T20:12:00.315" v="49"/>
        <pc:sldMkLst>
          <pc:docMk/>
          <pc:sldMk cId="3867638448" sldId="259"/>
        </pc:sldMkLst>
      </pc:sldChg>
      <pc:sldChg chg="del">
        <pc:chgData name="Éric Mathieu" userId="S::eric.mathieu@cegepmontpetit.ca::876603ee-f650-40c1-9881-187c9e3f5540" providerId="AD" clId="Web-{B79599BF-8E8E-0A0D-D0B2-F45CE7873D4F}" dt="2025-08-20T20:12:00.315" v="48"/>
        <pc:sldMkLst>
          <pc:docMk/>
          <pc:sldMk cId="1986893385" sldId="260"/>
        </pc:sldMkLst>
      </pc:sldChg>
      <pc:sldChg chg="del">
        <pc:chgData name="Éric Mathieu" userId="S::eric.mathieu@cegepmontpetit.ca::876603ee-f650-40c1-9881-187c9e3f5540" providerId="AD" clId="Web-{B79599BF-8E8E-0A0D-D0B2-F45CE7873D4F}" dt="2025-08-20T20:12:00.315" v="47"/>
        <pc:sldMkLst>
          <pc:docMk/>
          <pc:sldMk cId="2643111235" sldId="261"/>
        </pc:sldMkLst>
      </pc:sldChg>
      <pc:sldChg chg="del">
        <pc:chgData name="Éric Mathieu" userId="S::eric.mathieu@cegepmontpetit.ca::876603ee-f650-40c1-9881-187c9e3f5540" providerId="AD" clId="Web-{B79599BF-8E8E-0A0D-D0B2-F45CE7873D4F}" dt="2025-08-20T20:12:00.315" v="46"/>
        <pc:sldMkLst>
          <pc:docMk/>
          <pc:sldMk cId="3649680850" sldId="262"/>
        </pc:sldMkLst>
      </pc:sldChg>
      <pc:sldChg chg="del">
        <pc:chgData name="Éric Mathieu" userId="S::eric.mathieu@cegepmontpetit.ca::876603ee-f650-40c1-9881-187c9e3f5540" providerId="AD" clId="Web-{B79599BF-8E8E-0A0D-D0B2-F45CE7873D4F}" dt="2025-08-20T20:12:00.315" v="45"/>
        <pc:sldMkLst>
          <pc:docMk/>
          <pc:sldMk cId="1870217021" sldId="263"/>
        </pc:sldMkLst>
      </pc:sldChg>
      <pc:sldChg chg="del">
        <pc:chgData name="Éric Mathieu" userId="S::eric.mathieu@cegepmontpetit.ca::876603ee-f650-40c1-9881-187c9e3f5540" providerId="AD" clId="Web-{B79599BF-8E8E-0A0D-D0B2-F45CE7873D4F}" dt="2025-08-20T20:12:00.315" v="43"/>
        <pc:sldMkLst>
          <pc:docMk/>
          <pc:sldMk cId="2061330663" sldId="264"/>
        </pc:sldMkLst>
      </pc:sldChg>
      <pc:sldChg chg="del">
        <pc:chgData name="Éric Mathieu" userId="S::eric.mathieu@cegepmontpetit.ca::876603ee-f650-40c1-9881-187c9e3f5540" providerId="AD" clId="Web-{B79599BF-8E8E-0A0D-D0B2-F45CE7873D4F}" dt="2025-08-20T20:12:00.315" v="44"/>
        <pc:sldMkLst>
          <pc:docMk/>
          <pc:sldMk cId="4019438281" sldId="265"/>
        </pc:sldMkLst>
      </pc:sldChg>
      <pc:sldChg chg="del">
        <pc:chgData name="Éric Mathieu" userId="S::eric.mathieu@cegepmontpetit.ca::876603ee-f650-40c1-9881-187c9e3f5540" providerId="AD" clId="Web-{B79599BF-8E8E-0A0D-D0B2-F45CE7873D4F}" dt="2025-08-20T20:12:00.315" v="42"/>
        <pc:sldMkLst>
          <pc:docMk/>
          <pc:sldMk cId="2845597438" sldId="266"/>
        </pc:sldMkLst>
      </pc:sldChg>
      <pc:sldChg chg="del">
        <pc:chgData name="Éric Mathieu" userId="S::eric.mathieu@cegepmontpetit.ca::876603ee-f650-40c1-9881-187c9e3f5540" providerId="AD" clId="Web-{B79599BF-8E8E-0A0D-D0B2-F45CE7873D4F}" dt="2025-08-20T20:12:00.315" v="41"/>
        <pc:sldMkLst>
          <pc:docMk/>
          <pc:sldMk cId="1494783243" sldId="267"/>
        </pc:sldMkLst>
      </pc:sldChg>
      <pc:sldChg chg="del">
        <pc:chgData name="Éric Mathieu" userId="S::eric.mathieu@cegepmontpetit.ca::876603ee-f650-40c1-9881-187c9e3f5540" providerId="AD" clId="Web-{B79599BF-8E8E-0A0D-D0B2-F45CE7873D4F}" dt="2025-08-20T20:12:00.299" v="38"/>
        <pc:sldMkLst>
          <pc:docMk/>
          <pc:sldMk cId="2792688938" sldId="268"/>
        </pc:sldMkLst>
      </pc:sldChg>
      <pc:sldChg chg="del">
        <pc:chgData name="Éric Mathieu" userId="S::eric.mathieu@cegepmontpetit.ca::876603ee-f650-40c1-9881-187c9e3f5540" providerId="AD" clId="Web-{B79599BF-8E8E-0A0D-D0B2-F45CE7873D4F}" dt="2025-08-20T20:12:00.299" v="37"/>
        <pc:sldMkLst>
          <pc:docMk/>
          <pc:sldMk cId="2110287054" sldId="269"/>
        </pc:sldMkLst>
      </pc:sldChg>
      <pc:sldChg chg="del">
        <pc:chgData name="Éric Mathieu" userId="S::eric.mathieu@cegepmontpetit.ca::876603ee-f650-40c1-9881-187c9e3f5540" providerId="AD" clId="Web-{B79599BF-8E8E-0A0D-D0B2-F45CE7873D4F}" dt="2025-08-20T20:12:00.299" v="36"/>
        <pc:sldMkLst>
          <pc:docMk/>
          <pc:sldMk cId="3673768310" sldId="270"/>
        </pc:sldMkLst>
      </pc:sldChg>
      <pc:sldChg chg="del">
        <pc:chgData name="Éric Mathieu" userId="S::eric.mathieu@cegepmontpetit.ca::876603ee-f650-40c1-9881-187c9e3f5540" providerId="AD" clId="Web-{B79599BF-8E8E-0A0D-D0B2-F45CE7873D4F}" dt="2025-08-20T20:12:00.299" v="33"/>
        <pc:sldMkLst>
          <pc:docMk/>
          <pc:sldMk cId="1817325067" sldId="271"/>
        </pc:sldMkLst>
      </pc:sldChg>
      <pc:sldChg chg="del">
        <pc:chgData name="Éric Mathieu" userId="S::eric.mathieu@cegepmontpetit.ca::876603ee-f650-40c1-9881-187c9e3f5540" providerId="AD" clId="Web-{B79599BF-8E8E-0A0D-D0B2-F45CE7873D4F}" dt="2025-08-20T20:12:00.299" v="32"/>
        <pc:sldMkLst>
          <pc:docMk/>
          <pc:sldMk cId="258917546" sldId="272"/>
        </pc:sldMkLst>
      </pc:sldChg>
      <pc:sldChg chg="del">
        <pc:chgData name="Éric Mathieu" userId="S::eric.mathieu@cegepmontpetit.ca::876603ee-f650-40c1-9881-187c9e3f5540" providerId="AD" clId="Web-{B79599BF-8E8E-0A0D-D0B2-F45CE7873D4F}" dt="2025-08-20T20:12:00.299" v="39"/>
        <pc:sldMkLst>
          <pc:docMk/>
          <pc:sldMk cId="3070295933" sldId="273"/>
        </pc:sldMkLst>
      </pc:sldChg>
      <pc:sldChg chg="del">
        <pc:chgData name="Éric Mathieu" userId="S::eric.mathieu@cegepmontpetit.ca::876603ee-f650-40c1-9881-187c9e3f5540" providerId="AD" clId="Web-{B79599BF-8E8E-0A0D-D0B2-F45CE7873D4F}" dt="2025-08-20T20:12:00.283" v="30"/>
        <pc:sldMkLst>
          <pc:docMk/>
          <pc:sldMk cId="3985466174" sldId="274"/>
        </pc:sldMkLst>
      </pc:sldChg>
      <pc:sldChg chg="del">
        <pc:chgData name="Éric Mathieu" userId="S::eric.mathieu@cegepmontpetit.ca::876603ee-f650-40c1-9881-187c9e3f5540" providerId="AD" clId="Web-{B79599BF-8E8E-0A0D-D0B2-F45CE7873D4F}" dt="2025-08-20T20:12:00.283" v="29"/>
        <pc:sldMkLst>
          <pc:docMk/>
          <pc:sldMk cId="842612236" sldId="275"/>
        </pc:sldMkLst>
      </pc:sldChg>
      <pc:sldChg chg="del">
        <pc:chgData name="Éric Mathieu" userId="S::eric.mathieu@cegepmontpetit.ca::876603ee-f650-40c1-9881-187c9e3f5540" providerId="AD" clId="Web-{B79599BF-8E8E-0A0D-D0B2-F45CE7873D4F}" dt="2025-08-20T20:12:00.283" v="28"/>
        <pc:sldMkLst>
          <pc:docMk/>
          <pc:sldMk cId="2425454123" sldId="276"/>
        </pc:sldMkLst>
      </pc:sldChg>
      <pc:sldChg chg="del">
        <pc:chgData name="Éric Mathieu" userId="S::eric.mathieu@cegepmontpetit.ca::876603ee-f650-40c1-9881-187c9e3f5540" providerId="AD" clId="Web-{B79599BF-8E8E-0A0D-D0B2-F45CE7873D4F}" dt="2025-08-20T20:12:00.283" v="25"/>
        <pc:sldMkLst>
          <pc:docMk/>
          <pc:sldMk cId="3744527121" sldId="277"/>
        </pc:sldMkLst>
      </pc:sldChg>
      <pc:sldChg chg="del">
        <pc:chgData name="Éric Mathieu" userId="S::eric.mathieu@cegepmontpetit.ca::876603ee-f650-40c1-9881-187c9e3f5540" providerId="AD" clId="Web-{B79599BF-8E8E-0A0D-D0B2-F45CE7873D4F}" dt="2025-08-20T20:12:00.283" v="24"/>
        <pc:sldMkLst>
          <pc:docMk/>
          <pc:sldMk cId="2310505159" sldId="278"/>
        </pc:sldMkLst>
      </pc:sldChg>
      <pc:sldChg chg="del">
        <pc:chgData name="Éric Mathieu" userId="S::eric.mathieu@cegepmontpetit.ca::876603ee-f650-40c1-9881-187c9e3f5540" providerId="AD" clId="Web-{B79599BF-8E8E-0A0D-D0B2-F45CE7873D4F}" dt="2025-08-20T20:12:00.283" v="23"/>
        <pc:sldMkLst>
          <pc:docMk/>
          <pc:sldMk cId="4127174395" sldId="279"/>
        </pc:sldMkLst>
      </pc:sldChg>
      <pc:sldChg chg="del">
        <pc:chgData name="Éric Mathieu" userId="S::eric.mathieu@cegepmontpetit.ca::876603ee-f650-40c1-9881-187c9e3f5540" providerId="AD" clId="Web-{B79599BF-8E8E-0A0D-D0B2-F45CE7873D4F}" dt="2025-08-20T20:12:00.268" v="22"/>
        <pc:sldMkLst>
          <pc:docMk/>
          <pc:sldMk cId="1015590901" sldId="280"/>
        </pc:sldMkLst>
      </pc:sldChg>
      <pc:sldChg chg="del">
        <pc:chgData name="Éric Mathieu" userId="S::eric.mathieu@cegepmontpetit.ca::876603ee-f650-40c1-9881-187c9e3f5540" providerId="AD" clId="Web-{B79599BF-8E8E-0A0D-D0B2-F45CE7873D4F}" dt="2025-08-20T20:12:00.268" v="21"/>
        <pc:sldMkLst>
          <pc:docMk/>
          <pc:sldMk cId="3450238189" sldId="281"/>
        </pc:sldMkLst>
      </pc:sldChg>
      <pc:sldChg chg="del">
        <pc:chgData name="Éric Mathieu" userId="S::eric.mathieu@cegepmontpetit.ca::876603ee-f650-40c1-9881-187c9e3f5540" providerId="AD" clId="Web-{B79599BF-8E8E-0A0D-D0B2-F45CE7873D4F}" dt="2025-08-20T20:12:00.268" v="20"/>
        <pc:sldMkLst>
          <pc:docMk/>
          <pc:sldMk cId="1686952854" sldId="282"/>
        </pc:sldMkLst>
      </pc:sldChg>
      <pc:sldChg chg="del">
        <pc:chgData name="Éric Mathieu" userId="S::eric.mathieu@cegepmontpetit.ca::876603ee-f650-40c1-9881-187c9e3f5540" providerId="AD" clId="Web-{B79599BF-8E8E-0A0D-D0B2-F45CE7873D4F}" dt="2025-08-20T20:12:00.268" v="19"/>
        <pc:sldMkLst>
          <pc:docMk/>
          <pc:sldMk cId="147291690" sldId="283"/>
        </pc:sldMkLst>
      </pc:sldChg>
      <pc:sldChg chg="del">
        <pc:chgData name="Éric Mathieu" userId="S::eric.mathieu@cegepmontpetit.ca::876603ee-f650-40c1-9881-187c9e3f5540" providerId="AD" clId="Web-{B79599BF-8E8E-0A0D-D0B2-F45CE7873D4F}" dt="2025-08-20T20:12:00.268" v="18"/>
        <pc:sldMkLst>
          <pc:docMk/>
          <pc:sldMk cId="112152554" sldId="284"/>
        </pc:sldMkLst>
      </pc:sldChg>
      <pc:sldChg chg="del">
        <pc:chgData name="Éric Mathieu" userId="S::eric.mathieu@cegepmontpetit.ca::876603ee-f650-40c1-9881-187c9e3f5540" providerId="AD" clId="Web-{B79599BF-8E8E-0A0D-D0B2-F45CE7873D4F}" dt="2025-08-20T20:12:00.252" v="17"/>
        <pc:sldMkLst>
          <pc:docMk/>
          <pc:sldMk cId="2894799565" sldId="285"/>
        </pc:sldMkLst>
      </pc:sldChg>
      <pc:sldChg chg="del">
        <pc:chgData name="Éric Mathieu" userId="S::eric.mathieu@cegepmontpetit.ca::876603ee-f650-40c1-9881-187c9e3f5540" providerId="AD" clId="Web-{B79599BF-8E8E-0A0D-D0B2-F45CE7873D4F}" dt="2025-08-20T20:12:00.252" v="16"/>
        <pc:sldMkLst>
          <pc:docMk/>
          <pc:sldMk cId="1145953508" sldId="286"/>
        </pc:sldMkLst>
      </pc:sldChg>
      <pc:sldChg chg="del">
        <pc:chgData name="Éric Mathieu" userId="S::eric.mathieu@cegepmontpetit.ca::876603ee-f650-40c1-9881-187c9e3f5540" providerId="AD" clId="Web-{B79599BF-8E8E-0A0D-D0B2-F45CE7873D4F}" dt="2025-08-20T20:12:00.252" v="15"/>
        <pc:sldMkLst>
          <pc:docMk/>
          <pc:sldMk cId="339601490" sldId="287"/>
        </pc:sldMkLst>
      </pc:sldChg>
      <pc:sldChg chg="del">
        <pc:chgData name="Éric Mathieu" userId="S::eric.mathieu@cegepmontpetit.ca::876603ee-f650-40c1-9881-187c9e3f5540" providerId="AD" clId="Web-{B79599BF-8E8E-0A0D-D0B2-F45CE7873D4F}" dt="2025-08-20T20:12:00.252" v="14"/>
        <pc:sldMkLst>
          <pc:docMk/>
          <pc:sldMk cId="2115840496" sldId="288"/>
        </pc:sldMkLst>
      </pc:sldChg>
      <pc:sldChg chg="del">
        <pc:chgData name="Éric Mathieu" userId="S::eric.mathieu@cegepmontpetit.ca::876603ee-f650-40c1-9881-187c9e3f5540" providerId="AD" clId="Web-{B79599BF-8E8E-0A0D-D0B2-F45CE7873D4F}" dt="2025-08-20T20:12:00.283" v="31"/>
        <pc:sldMkLst>
          <pc:docMk/>
          <pc:sldMk cId="4269226613" sldId="289"/>
        </pc:sldMkLst>
      </pc:sldChg>
      <pc:sldChg chg="del">
        <pc:chgData name="Éric Mathieu" userId="S::eric.mathieu@cegepmontpetit.ca::876603ee-f650-40c1-9881-187c9e3f5540" providerId="AD" clId="Web-{B79599BF-8E8E-0A0D-D0B2-F45CE7873D4F}" dt="2025-08-20T20:12:00.236" v="12"/>
        <pc:sldMkLst>
          <pc:docMk/>
          <pc:sldMk cId="3042163779" sldId="290"/>
        </pc:sldMkLst>
      </pc:sldChg>
      <pc:sldChg chg="del">
        <pc:chgData name="Éric Mathieu" userId="S::eric.mathieu@cegepmontpetit.ca::876603ee-f650-40c1-9881-187c9e3f5540" providerId="AD" clId="Web-{B79599BF-8E8E-0A0D-D0B2-F45CE7873D4F}" dt="2025-08-20T20:12:00.236" v="11"/>
        <pc:sldMkLst>
          <pc:docMk/>
          <pc:sldMk cId="3929104316" sldId="291"/>
        </pc:sldMkLst>
      </pc:sldChg>
      <pc:sldChg chg="del">
        <pc:chgData name="Éric Mathieu" userId="S::eric.mathieu@cegepmontpetit.ca::876603ee-f650-40c1-9881-187c9e3f5540" providerId="AD" clId="Web-{B79599BF-8E8E-0A0D-D0B2-F45CE7873D4F}" dt="2025-08-20T20:12:00.236" v="13"/>
        <pc:sldMkLst>
          <pc:docMk/>
          <pc:sldMk cId="196676411" sldId="292"/>
        </pc:sldMkLst>
      </pc:sldChg>
      <pc:sldChg chg="del">
        <pc:chgData name="Éric Mathieu" userId="S::eric.mathieu@cegepmontpetit.ca::876603ee-f650-40c1-9881-187c9e3f5540" providerId="AD" clId="Web-{B79599BF-8E8E-0A0D-D0B2-F45CE7873D4F}" dt="2025-08-20T20:12:00.236" v="10"/>
        <pc:sldMkLst>
          <pc:docMk/>
          <pc:sldMk cId="1088826689" sldId="293"/>
        </pc:sldMkLst>
      </pc:sldChg>
      <pc:sldChg chg="del">
        <pc:chgData name="Éric Mathieu" userId="S::eric.mathieu@cegepmontpetit.ca::876603ee-f650-40c1-9881-187c9e3f5540" providerId="AD" clId="Web-{B79599BF-8E8E-0A0D-D0B2-F45CE7873D4F}" dt="2025-08-20T20:12:00.236" v="9"/>
        <pc:sldMkLst>
          <pc:docMk/>
          <pc:sldMk cId="3338216796" sldId="294"/>
        </pc:sldMkLst>
      </pc:sldChg>
      <pc:sldChg chg="del">
        <pc:chgData name="Éric Mathieu" userId="S::eric.mathieu@cegepmontpetit.ca::876603ee-f650-40c1-9881-187c9e3f5540" providerId="AD" clId="Web-{B79599BF-8E8E-0A0D-D0B2-F45CE7873D4F}" dt="2025-08-20T20:12:00.221" v="8"/>
        <pc:sldMkLst>
          <pc:docMk/>
          <pc:sldMk cId="4003534372" sldId="295"/>
        </pc:sldMkLst>
      </pc:sldChg>
      <pc:sldChg chg="del">
        <pc:chgData name="Éric Mathieu" userId="S::eric.mathieu@cegepmontpetit.ca::876603ee-f650-40c1-9881-187c9e3f5540" providerId="AD" clId="Web-{B79599BF-8E8E-0A0D-D0B2-F45CE7873D4F}" dt="2025-08-20T20:12:00.221" v="7"/>
        <pc:sldMkLst>
          <pc:docMk/>
          <pc:sldMk cId="1775083352" sldId="296"/>
        </pc:sldMkLst>
      </pc:sldChg>
      <pc:sldChg chg="del">
        <pc:chgData name="Éric Mathieu" userId="S::eric.mathieu@cegepmontpetit.ca::876603ee-f650-40c1-9881-187c9e3f5540" providerId="AD" clId="Web-{B79599BF-8E8E-0A0D-D0B2-F45CE7873D4F}" dt="2025-08-20T20:12:00.221" v="6"/>
        <pc:sldMkLst>
          <pc:docMk/>
          <pc:sldMk cId="578686924" sldId="297"/>
        </pc:sldMkLst>
      </pc:sldChg>
      <pc:sldChg chg="del">
        <pc:chgData name="Éric Mathieu" userId="S::eric.mathieu@cegepmontpetit.ca::876603ee-f650-40c1-9881-187c9e3f5540" providerId="AD" clId="Web-{B79599BF-8E8E-0A0D-D0B2-F45CE7873D4F}" dt="2025-08-20T20:12:00.221" v="5"/>
        <pc:sldMkLst>
          <pc:docMk/>
          <pc:sldMk cId="2112330234" sldId="298"/>
        </pc:sldMkLst>
      </pc:sldChg>
      <pc:sldChg chg="del">
        <pc:chgData name="Éric Mathieu" userId="S::eric.mathieu@cegepmontpetit.ca::876603ee-f650-40c1-9881-187c9e3f5540" providerId="AD" clId="Web-{B79599BF-8E8E-0A0D-D0B2-F45CE7873D4F}" dt="2025-08-20T20:12:00.205" v="2"/>
        <pc:sldMkLst>
          <pc:docMk/>
          <pc:sldMk cId="1100243001" sldId="299"/>
        </pc:sldMkLst>
      </pc:sldChg>
      <pc:sldChg chg="del">
        <pc:chgData name="Éric Mathieu" userId="S::eric.mathieu@cegepmontpetit.ca::876603ee-f650-40c1-9881-187c9e3f5540" providerId="AD" clId="Web-{B79599BF-8E8E-0A0D-D0B2-F45CE7873D4F}" dt="2025-08-20T20:12:00.205" v="1"/>
        <pc:sldMkLst>
          <pc:docMk/>
          <pc:sldMk cId="3830846297" sldId="300"/>
        </pc:sldMkLst>
      </pc:sldChg>
      <pc:sldChg chg="del">
        <pc:chgData name="Éric Mathieu" userId="S::eric.mathieu@cegepmontpetit.ca::876603ee-f650-40c1-9881-187c9e3f5540" providerId="AD" clId="Web-{B79599BF-8E8E-0A0D-D0B2-F45CE7873D4F}" dt="2025-08-20T20:12:00.205" v="0"/>
        <pc:sldMkLst>
          <pc:docMk/>
          <pc:sldMk cId="580405045" sldId="301"/>
        </pc:sldMkLst>
      </pc:sldChg>
      <pc:sldChg chg="del">
        <pc:chgData name="Éric Mathieu" userId="S::eric.mathieu@cegepmontpetit.ca::876603ee-f650-40c1-9881-187c9e3f5540" providerId="AD" clId="Web-{B79599BF-8E8E-0A0D-D0B2-F45CE7873D4F}" dt="2025-08-20T20:12:00.299" v="35"/>
        <pc:sldMkLst>
          <pc:docMk/>
          <pc:sldMk cId="1602938534" sldId="333"/>
        </pc:sldMkLst>
      </pc:sldChg>
      <pc:sldChg chg="del">
        <pc:chgData name="Éric Mathieu" userId="S::eric.mathieu@cegepmontpetit.ca::876603ee-f650-40c1-9881-187c9e3f5540" providerId="AD" clId="Web-{B79599BF-8E8E-0A0D-D0B2-F45CE7873D4F}" dt="2025-08-20T20:12:00.299" v="34"/>
        <pc:sldMkLst>
          <pc:docMk/>
          <pc:sldMk cId="1933209194" sldId="334"/>
        </pc:sldMkLst>
      </pc:sldChg>
      <pc:sldChg chg="del">
        <pc:chgData name="Éric Mathieu" userId="S::eric.mathieu@cegepmontpetit.ca::876603ee-f650-40c1-9881-187c9e3f5540" providerId="AD" clId="Web-{B79599BF-8E8E-0A0D-D0B2-F45CE7873D4F}" dt="2025-08-20T20:12:00.299" v="40"/>
        <pc:sldMkLst>
          <pc:docMk/>
          <pc:sldMk cId="3959702000" sldId="335"/>
        </pc:sldMkLst>
      </pc:sldChg>
      <pc:sldChg chg="del">
        <pc:chgData name="Éric Mathieu" userId="S::eric.mathieu@cegepmontpetit.ca::876603ee-f650-40c1-9881-187c9e3f5540" providerId="AD" clId="Web-{B79599BF-8E8E-0A0D-D0B2-F45CE7873D4F}" dt="2025-08-20T20:12:00.283" v="27"/>
        <pc:sldMkLst>
          <pc:docMk/>
          <pc:sldMk cId="3656356942" sldId="336"/>
        </pc:sldMkLst>
      </pc:sldChg>
      <pc:sldChg chg="del">
        <pc:chgData name="Éric Mathieu" userId="S::eric.mathieu@cegepmontpetit.ca::876603ee-f650-40c1-9881-187c9e3f5540" providerId="AD" clId="Web-{B79599BF-8E8E-0A0D-D0B2-F45CE7873D4F}" dt="2025-08-20T20:12:00.221" v="4"/>
        <pc:sldMkLst>
          <pc:docMk/>
          <pc:sldMk cId="56230102" sldId="337"/>
        </pc:sldMkLst>
      </pc:sldChg>
      <pc:sldChg chg="del">
        <pc:chgData name="Éric Mathieu" userId="S::eric.mathieu@cegepmontpetit.ca::876603ee-f650-40c1-9881-187c9e3f5540" providerId="AD" clId="Web-{B79599BF-8E8E-0A0D-D0B2-F45CE7873D4F}" dt="2025-08-20T20:12:00.205" v="3"/>
        <pc:sldMkLst>
          <pc:docMk/>
          <pc:sldMk cId="2484887184" sldId="339"/>
        </pc:sldMkLst>
      </pc:sldChg>
      <pc:sldChg chg="del">
        <pc:chgData name="Éric Mathieu" userId="S::eric.mathieu@cegepmontpetit.ca::876603ee-f650-40c1-9881-187c9e3f5540" providerId="AD" clId="Web-{B79599BF-8E8E-0A0D-D0B2-F45CE7873D4F}" dt="2025-08-20T20:12:00.283" v="26"/>
        <pc:sldMkLst>
          <pc:docMk/>
          <pc:sldMk cId="2753671624" sldId="340"/>
        </pc:sldMkLst>
      </pc:sldChg>
    </pc:docChg>
  </pc:docChgLst>
  <pc:docChgLst>
    <pc:chgData name="Chantal" userId="30d58454-a0de-4157-a9e7-ac2bfebecc09" providerId="ADAL" clId="{E3E37812-4D76-4C7A-86D2-5A72194F94B8}"/>
    <pc:docChg chg="custSel modSld">
      <pc:chgData name="Chantal" userId="30d58454-a0de-4157-a9e7-ac2bfebecc09" providerId="ADAL" clId="{E3E37812-4D76-4C7A-86D2-5A72194F94B8}" dt="2023-01-21T21:12:19.684" v="223" actId="11529"/>
      <pc:docMkLst>
        <pc:docMk/>
      </pc:docMkLst>
      <pc:sldChg chg="modSp mod">
        <pc:chgData name="Chantal" userId="30d58454-a0de-4157-a9e7-ac2bfebecc09" providerId="ADAL" clId="{E3E37812-4D76-4C7A-86D2-5A72194F94B8}" dt="2023-01-21T20:53:42.695" v="0" actId="14100"/>
        <pc:sldMkLst>
          <pc:docMk/>
          <pc:sldMk cId="2643111235" sldId="261"/>
        </pc:sldMkLst>
      </pc:sldChg>
      <pc:sldChg chg="modSp mod">
        <pc:chgData name="Chantal" userId="30d58454-a0de-4157-a9e7-ac2bfebecc09" providerId="ADAL" clId="{E3E37812-4D76-4C7A-86D2-5A72194F94B8}" dt="2023-01-21T20:54:11.564" v="3" actId="20577"/>
        <pc:sldMkLst>
          <pc:docMk/>
          <pc:sldMk cId="1870217021" sldId="263"/>
        </pc:sldMkLst>
      </pc:sldChg>
      <pc:sldChg chg="modSp mod">
        <pc:chgData name="Chantal" userId="30d58454-a0de-4157-a9e7-ac2bfebecc09" providerId="ADAL" clId="{E3E37812-4D76-4C7A-86D2-5A72194F94B8}" dt="2023-01-21T20:57:18.186" v="42" actId="20577"/>
        <pc:sldMkLst>
          <pc:docMk/>
          <pc:sldMk cId="1817325067" sldId="271"/>
        </pc:sldMkLst>
      </pc:sldChg>
      <pc:sldChg chg="modSp mod">
        <pc:chgData name="Chantal" userId="30d58454-a0de-4157-a9e7-ac2bfebecc09" providerId="ADAL" clId="{E3E37812-4D76-4C7A-86D2-5A72194F94B8}" dt="2023-01-21T20:57:39.612" v="44" actId="113"/>
        <pc:sldMkLst>
          <pc:docMk/>
          <pc:sldMk cId="258917546" sldId="272"/>
        </pc:sldMkLst>
      </pc:sldChg>
      <pc:sldChg chg="modSp mod">
        <pc:chgData name="Chantal" userId="30d58454-a0de-4157-a9e7-ac2bfebecc09" providerId="ADAL" clId="{E3E37812-4D76-4C7A-86D2-5A72194F94B8}" dt="2023-01-21T20:58:31.461" v="68" actId="113"/>
        <pc:sldMkLst>
          <pc:docMk/>
          <pc:sldMk cId="3985466174" sldId="274"/>
        </pc:sldMkLst>
      </pc:sldChg>
      <pc:sldChg chg="modSp mod">
        <pc:chgData name="Chantal" userId="30d58454-a0de-4157-a9e7-ac2bfebecc09" providerId="ADAL" clId="{E3E37812-4D76-4C7A-86D2-5A72194F94B8}" dt="2023-01-21T20:59:36.188" v="88" actId="20577"/>
        <pc:sldMkLst>
          <pc:docMk/>
          <pc:sldMk cId="2310505159" sldId="278"/>
        </pc:sldMkLst>
      </pc:sldChg>
      <pc:sldChg chg="modSp mod">
        <pc:chgData name="Chantal" userId="30d58454-a0de-4157-a9e7-ac2bfebecc09" providerId="ADAL" clId="{E3E37812-4D76-4C7A-86D2-5A72194F94B8}" dt="2023-01-21T21:00:09.059" v="99" actId="113"/>
        <pc:sldMkLst>
          <pc:docMk/>
          <pc:sldMk cId="1015590901" sldId="280"/>
        </pc:sldMkLst>
      </pc:sldChg>
      <pc:sldChg chg="modSp mod">
        <pc:chgData name="Chantal" userId="30d58454-a0de-4157-a9e7-ac2bfebecc09" providerId="ADAL" clId="{E3E37812-4D76-4C7A-86D2-5A72194F94B8}" dt="2023-01-21T21:00:52.547" v="123" actId="20577"/>
        <pc:sldMkLst>
          <pc:docMk/>
          <pc:sldMk cId="147291690" sldId="283"/>
        </pc:sldMkLst>
      </pc:sldChg>
      <pc:sldChg chg="modSp mod">
        <pc:chgData name="Chantal" userId="30d58454-a0de-4157-a9e7-ac2bfebecc09" providerId="ADAL" clId="{E3E37812-4D76-4C7A-86D2-5A72194F94B8}" dt="2023-01-21T21:01:46.884" v="125" actId="27636"/>
        <pc:sldMkLst>
          <pc:docMk/>
          <pc:sldMk cId="2115840496" sldId="288"/>
        </pc:sldMkLst>
      </pc:sldChg>
      <pc:sldChg chg="modSp mod">
        <pc:chgData name="Chantal" userId="30d58454-a0de-4157-a9e7-ac2bfebecc09" providerId="ADAL" clId="{E3E37812-4D76-4C7A-86D2-5A72194F94B8}" dt="2023-01-21T20:58:05.196" v="53" actId="20577"/>
        <pc:sldMkLst>
          <pc:docMk/>
          <pc:sldMk cId="4269226613" sldId="289"/>
        </pc:sldMkLst>
      </pc:sldChg>
      <pc:sldChg chg="modSp mod">
        <pc:chgData name="Chantal" userId="30d58454-a0de-4157-a9e7-ac2bfebecc09" providerId="ADAL" clId="{E3E37812-4D76-4C7A-86D2-5A72194F94B8}" dt="2023-01-21T21:02:50.037" v="129" actId="113"/>
        <pc:sldMkLst>
          <pc:docMk/>
          <pc:sldMk cId="3929104316" sldId="291"/>
        </pc:sldMkLst>
      </pc:sldChg>
      <pc:sldChg chg="modSp mod">
        <pc:chgData name="Chantal" userId="30d58454-a0de-4157-a9e7-ac2bfebecc09" providerId="ADAL" clId="{E3E37812-4D76-4C7A-86D2-5A72194F94B8}" dt="2023-01-21T21:03:41.817" v="139" actId="20577"/>
        <pc:sldMkLst>
          <pc:docMk/>
          <pc:sldMk cId="1775083352" sldId="296"/>
        </pc:sldMkLst>
      </pc:sldChg>
      <pc:sldChg chg="modSp mod">
        <pc:chgData name="Chantal" userId="30d58454-a0de-4157-a9e7-ac2bfebecc09" providerId="ADAL" clId="{E3E37812-4D76-4C7A-86D2-5A72194F94B8}" dt="2023-01-21T21:04:47.672" v="140" actId="313"/>
        <pc:sldMkLst>
          <pc:docMk/>
          <pc:sldMk cId="1100243001" sldId="299"/>
        </pc:sldMkLst>
      </pc:sldChg>
      <pc:sldChg chg="modSp mod">
        <pc:chgData name="Chantal" userId="30d58454-a0de-4157-a9e7-ac2bfebecc09" providerId="ADAL" clId="{E3E37812-4D76-4C7A-86D2-5A72194F94B8}" dt="2023-01-21T21:05:06.043" v="141" actId="6549"/>
        <pc:sldMkLst>
          <pc:docMk/>
          <pc:sldMk cId="3830846297" sldId="300"/>
        </pc:sldMkLst>
      </pc:sldChg>
      <pc:sldChg chg="modSp mod">
        <pc:chgData name="Chantal" userId="30d58454-a0de-4157-a9e7-ac2bfebecc09" providerId="ADAL" clId="{E3E37812-4D76-4C7A-86D2-5A72194F94B8}" dt="2023-01-21T21:06:11.306" v="151" actId="108"/>
        <pc:sldMkLst>
          <pc:docMk/>
          <pc:sldMk cId="1654889216" sldId="305"/>
        </pc:sldMkLst>
      </pc:sldChg>
      <pc:sldChg chg="addSp modSp mod">
        <pc:chgData name="Chantal" userId="30d58454-a0de-4157-a9e7-ac2bfebecc09" providerId="ADAL" clId="{E3E37812-4D76-4C7A-86D2-5A72194F94B8}" dt="2023-01-21T21:07:22.251" v="160" actId="1038"/>
        <pc:sldMkLst>
          <pc:docMk/>
          <pc:sldMk cId="1211443611" sldId="308"/>
        </pc:sldMkLst>
      </pc:sldChg>
      <pc:sldChg chg="addSp modSp mod">
        <pc:chgData name="Chantal" userId="30d58454-a0de-4157-a9e7-ac2bfebecc09" providerId="ADAL" clId="{E3E37812-4D76-4C7A-86D2-5A72194F94B8}" dt="2023-01-21T21:08:01.251" v="162" actId="1076"/>
        <pc:sldMkLst>
          <pc:docMk/>
          <pc:sldMk cId="689654199" sldId="310"/>
        </pc:sldMkLst>
      </pc:sldChg>
      <pc:sldChg chg="addSp modSp mod">
        <pc:chgData name="Chantal" userId="30d58454-a0de-4157-a9e7-ac2bfebecc09" providerId="ADAL" clId="{E3E37812-4D76-4C7A-86D2-5A72194F94B8}" dt="2023-01-21T21:08:23.107" v="164" actId="1076"/>
        <pc:sldMkLst>
          <pc:docMk/>
          <pc:sldMk cId="1315455968" sldId="311"/>
        </pc:sldMkLst>
      </pc:sldChg>
      <pc:sldChg chg="modSp mod">
        <pc:chgData name="Chantal" userId="30d58454-a0de-4157-a9e7-ac2bfebecc09" providerId="ADAL" clId="{E3E37812-4D76-4C7A-86D2-5A72194F94B8}" dt="2023-01-21T21:09:02.027" v="176" actId="6549"/>
        <pc:sldMkLst>
          <pc:docMk/>
          <pc:sldMk cId="940702497" sldId="312"/>
        </pc:sldMkLst>
      </pc:sldChg>
      <pc:sldChg chg="modSp mod">
        <pc:chgData name="Chantal" userId="30d58454-a0de-4157-a9e7-ac2bfebecc09" providerId="ADAL" clId="{E3E37812-4D76-4C7A-86D2-5A72194F94B8}" dt="2023-01-21T21:11:32.992" v="197" actId="20577"/>
        <pc:sldMkLst>
          <pc:docMk/>
          <pc:sldMk cId="3519582452" sldId="318"/>
        </pc:sldMkLst>
      </pc:sldChg>
      <pc:sldChg chg="addSp modSp mod">
        <pc:chgData name="Chantal" userId="30d58454-a0de-4157-a9e7-ac2bfebecc09" providerId="ADAL" clId="{E3E37812-4D76-4C7A-86D2-5A72194F94B8}" dt="2023-01-21T21:12:19.684" v="223" actId="11529"/>
        <pc:sldMkLst>
          <pc:docMk/>
          <pc:sldMk cId="3570737064" sldId="320"/>
        </pc:sldMkLst>
      </pc:sldChg>
      <pc:sldChg chg="modSp mod">
        <pc:chgData name="Chantal" userId="30d58454-a0de-4157-a9e7-ac2bfebecc09" providerId="ADAL" clId="{E3E37812-4D76-4C7A-86D2-5A72194F94B8}" dt="2023-01-21T20:56:30.773" v="36" actId="20577"/>
        <pc:sldMkLst>
          <pc:docMk/>
          <pc:sldMk cId="1602938534" sldId="333"/>
        </pc:sldMkLst>
      </pc:sldChg>
      <pc:sldChg chg="modSp mod">
        <pc:chgData name="Chantal" userId="30d58454-a0de-4157-a9e7-ac2bfebecc09" providerId="ADAL" clId="{E3E37812-4D76-4C7A-86D2-5A72194F94B8}" dt="2023-01-21T20:56:52.631" v="37" actId="6549"/>
        <pc:sldMkLst>
          <pc:docMk/>
          <pc:sldMk cId="1933209194" sldId="334"/>
        </pc:sldMkLst>
      </pc:sldChg>
      <pc:sldChg chg="modSp mod">
        <pc:chgData name="Chantal" userId="30d58454-a0de-4157-a9e7-ac2bfebecc09" providerId="ADAL" clId="{E3E37812-4D76-4C7A-86D2-5A72194F94B8}" dt="2023-01-21T21:10:45.442" v="191" actId="20577"/>
        <pc:sldMkLst>
          <pc:docMk/>
          <pc:sldMk cId="46986087" sldId="34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1B545874-7AF0-4FA4-93FA-F916D5A1F6A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a:extLst>
              <a:ext uri="{FF2B5EF4-FFF2-40B4-BE49-F238E27FC236}">
                <a16:creationId xmlns:a16="http://schemas.microsoft.com/office/drawing/2014/main" id="{874F0619-B114-4096-844B-18B42D9813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C1663D-222C-466F-8170-D4B8A18CD58A}" type="datetimeFigureOut">
              <a:rPr lang="fr-CA" smtClean="0"/>
              <a:t>2025-08-20</a:t>
            </a:fld>
            <a:endParaRPr lang="fr-CA"/>
          </a:p>
        </p:txBody>
      </p:sp>
      <p:sp>
        <p:nvSpPr>
          <p:cNvPr id="4" name="Espace réservé du pied de page 3">
            <a:extLst>
              <a:ext uri="{FF2B5EF4-FFF2-40B4-BE49-F238E27FC236}">
                <a16:creationId xmlns:a16="http://schemas.microsoft.com/office/drawing/2014/main" id="{A2812935-E5E8-4FFA-8A8A-11EED2DC8A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5" name="Espace réservé du numéro de diapositive 4">
            <a:extLst>
              <a:ext uri="{FF2B5EF4-FFF2-40B4-BE49-F238E27FC236}">
                <a16:creationId xmlns:a16="http://schemas.microsoft.com/office/drawing/2014/main" id="{132DAC10-18E4-4753-9AC7-9230893933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B891A4-F06C-4315-877D-053B652B5274}" type="slidenum">
              <a:rPr lang="fr-CA" smtClean="0"/>
              <a:t>‹n°›</a:t>
            </a:fld>
            <a:endParaRPr lang="fr-CA"/>
          </a:p>
        </p:txBody>
      </p:sp>
    </p:spTree>
    <p:extLst>
      <p:ext uri="{BB962C8B-B14F-4D97-AF65-F5344CB8AC3E}">
        <p14:creationId xmlns:p14="http://schemas.microsoft.com/office/powerpoint/2010/main" val="247780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27CE56-D3DB-47CB-A3DF-9925A438F2F3}" type="datetimeFigureOut">
              <a:rPr lang="fr-CA" smtClean="0"/>
              <a:t>2025-08-20</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E3EF0A-0CCB-427A-8A95-17E1B6BB1EE3}" type="slidenum">
              <a:rPr lang="fr-CA" smtClean="0"/>
              <a:t>‹n°›</a:t>
            </a:fld>
            <a:endParaRPr lang="fr-CA"/>
          </a:p>
        </p:txBody>
      </p:sp>
    </p:spTree>
    <p:extLst>
      <p:ext uri="{BB962C8B-B14F-4D97-AF65-F5344CB8AC3E}">
        <p14:creationId xmlns:p14="http://schemas.microsoft.com/office/powerpoint/2010/main" val="96891611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429E3009-C96B-431A-A9B8-151F3BBD4AF0}"/>
              </a:ext>
            </a:extLst>
          </p:cNvPr>
          <p:cNvPicPr>
            <a:picLocks noChangeAspect="1"/>
          </p:cNvPicPr>
          <p:nvPr userDrawn="1"/>
        </p:nvPicPr>
        <p:blipFill>
          <a:blip r:embed="rId2"/>
          <a:stretch>
            <a:fillRect/>
          </a:stretch>
        </p:blipFill>
        <p:spPr>
          <a:xfrm>
            <a:off x="8579" y="4301365"/>
            <a:ext cx="12192000" cy="361950"/>
          </a:xfrm>
          <a:prstGeom prst="rect">
            <a:avLst/>
          </a:prstGeom>
        </p:spPr>
      </p:pic>
      <p:pic>
        <p:nvPicPr>
          <p:cNvPr id="7" name="Image 6">
            <a:extLst>
              <a:ext uri="{FF2B5EF4-FFF2-40B4-BE49-F238E27FC236}">
                <a16:creationId xmlns:a16="http://schemas.microsoft.com/office/drawing/2014/main" id="{637500BF-05C0-4D55-A403-614DA4CD0243}"/>
              </a:ext>
            </a:extLst>
          </p:cNvPr>
          <p:cNvPicPr>
            <a:picLocks noChangeAspect="1"/>
          </p:cNvPicPr>
          <p:nvPr userDrawn="1"/>
        </p:nvPicPr>
        <p:blipFill>
          <a:blip r:embed="rId3"/>
          <a:stretch>
            <a:fillRect/>
          </a:stretch>
        </p:blipFill>
        <p:spPr>
          <a:xfrm>
            <a:off x="0" y="2094740"/>
            <a:ext cx="12192000" cy="2089700"/>
          </a:xfrm>
          <a:prstGeom prst="rect">
            <a:avLst/>
          </a:prstGeom>
        </p:spPr>
      </p:pic>
      <p:sp>
        <p:nvSpPr>
          <p:cNvPr id="2" name="Titre 1">
            <a:extLst>
              <a:ext uri="{FF2B5EF4-FFF2-40B4-BE49-F238E27FC236}">
                <a16:creationId xmlns:a16="http://schemas.microsoft.com/office/drawing/2014/main" id="{A5FF1AD6-176C-4A10-B79F-84B8D88B2491}"/>
              </a:ext>
            </a:extLst>
          </p:cNvPr>
          <p:cNvSpPr>
            <a:spLocks noGrp="1"/>
          </p:cNvSpPr>
          <p:nvPr>
            <p:ph type="ctrTitle"/>
          </p:nvPr>
        </p:nvSpPr>
        <p:spPr>
          <a:xfrm>
            <a:off x="351225" y="2210305"/>
            <a:ext cx="11511751" cy="1299658"/>
          </a:xfrm>
        </p:spPr>
        <p:txBody>
          <a:bodyPr anchor="b"/>
          <a:lstStyle>
            <a:lvl1pPr algn="ctr">
              <a:defRPr sz="4800">
                <a:solidFill>
                  <a:schemeClr val="bg1"/>
                </a:solidFill>
                <a:latin typeface="Verdana" panose="020B0604030504040204" pitchFamily="34" charset="0"/>
                <a:ea typeface="Verdana" panose="020B0604030504040204" pitchFamily="34" charset="0"/>
              </a:defRPr>
            </a:lvl1pPr>
          </a:lstStyle>
          <a:p>
            <a:r>
              <a:rPr lang="fr-FR"/>
              <a:t>Modifiez le style du titre</a:t>
            </a:r>
            <a:endParaRPr lang="fr-CA"/>
          </a:p>
        </p:txBody>
      </p:sp>
      <p:sp>
        <p:nvSpPr>
          <p:cNvPr id="3" name="Sous-titre 2">
            <a:extLst>
              <a:ext uri="{FF2B5EF4-FFF2-40B4-BE49-F238E27FC236}">
                <a16:creationId xmlns:a16="http://schemas.microsoft.com/office/drawing/2014/main" id="{1EEE2F0E-41A9-42D8-BD88-4956C11EE9B1}"/>
              </a:ext>
            </a:extLst>
          </p:cNvPr>
          <p:cNvSpPr>
            <a:spLocks noGrp="1"/>
          </p:cNvSpPr>
          <p:nvPr>
            <p:ph type="subTitle" idx="1"/>
          </p:nvPr>
        </p:nvSpPr>
        <p:spPr>
          <a:xfrm>
            <a:off x="351225" y="3602038"/>
            <a:ext cx="11511751" cy="533957"/>
          </a:xfrm>
        </p:spPr>
        <p:txBody>
          <a:bodyPr/>
          <a:lstStyle>
            <a:lvl1pPr marL="0" indent="0" algn="ctr">
              <a:buNone/>
              <a:defRPr sz="2400">
                <a:solidFill>
                  <a:schemeClr val="bg1"/>
                </a:solidFill>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510ACFD9-C0B7-4A48-9E31-8BF1F314D316}"/>
              </a:ext>
            </a:extLst>
          </p:cNvPr>
          <p:cNvSpPr>
            <a:spLocks noGrp="1"/>
          </p:cNvSpPr>
          <p:nvPr>
            <p:ph type="dt" sz="half" idx="10"/>
          </p:nvPr>
        </p:nvSpPr>
        <p:spPr/>
        <p:txBody>
          <a:bodyPr/>
          <a:lstStyle/>
          <a:p>
            <a:fld id="{657C2338-275E-4F7B-B625-54BF9605EB2A}" type="datetime1">
              <a:rPr lang="fr-CA" smtClean="0"/>
              <a:t>2025-08-20</a:t>
            </a:fld>
            <a:endParaRPr lang="fr-CA"/>
          </a:p>
        </p:txBody>
      </p:sp>
      <p:sp>
        <p:nvSpPr>
          <p:cNvPr id="5" name="Espace réservé du pied de page 4">
            <a:extLst>
              <a:ext uri="{FF2B5EF4-FFF2-40B4-BE49-F238E27FC236}">
                <a16:creationId xmlns:a16="http://schemas.microsoft.com/office/drawing/2014/main" id="{B3B50282-5BCA-4D3A-94AF-2C84912DEA9A}"/>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97853C81-8819-40DC-9094-805DB99E6761}"/>
              </a:ext>
            </a:extLst>
          </p:cNvPr>
          <p:cNvSpPr>
            <a:spLocks noGrp="1"/>
          </p:cNvSpPr>
          <p:nvPr>
            <p:ph type="sldNum" sz="quarter" idx="12"/>
          </p:nvPr>
        </p:nvSpPr>
        <p:spPr/>
        <p:txBody>
          <a:bodyPr/>
          <a:lstStyle/>
          <a:p>
            <a:fld id="{2020F84C-9946-46E9-9DDA-3085C065CD9A}" type="slidenum">
              <a:rPr lang="fr-CA" smtClean="0"/>
              <a:t>‹n°›</a:t>
            </a:fld>
            <a:endParaRPr lang="fr-CA"/>
          </a:p>
        </p:txBody>
      </p:sp>
    </p:spTree>
    <p:extLst>
      <p:ext uri="{BB962C8B-B14F-4D97-AF65-F5344CB8AC3E}">
        <p14:creationId xmlns:p14="http://schemas.microsoft.com/office/powerpoint/2010/main" val="2240707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5">
    <p:spTree>
      <p:nvGrpSpPr>
        <p:cNvPr id="1" name=""/>
        <p:cNvGrpSpPr/>
        <p:nvPr/>
      </p:nvGrpSpPr>
      <p:grpSpPr>
        <a:xfrm>
          <a:off x="0" y="0"/>
          <a:ext cx="0" cy="0"/>
          <a:chOff x="0" y="0"/>
          <a:chExt cx="0" cy="0"/>
        </a:xfrm>
      </p:grpSpPr>
      <p:pic>
        <p:nvPicPr>
          <p:cNvPr id="20" name="Image 19">
            <a:extLst>
              <a:ext uri="{FF2B5EF4-FFF2-40B4-BE49-F238E27FC236}">
                <a16:creationId xmlns:a16="http://schemas.microsoft.com/office/drawing/2014/main" id="{06923111-8203-4B79-BEAD-E031C2DFE8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91440" y="899733"/>
            <a:ext cx="1543050" cy="2114550"/>
          </a:xfrm>
          <a:prstGeom prst="rect">
            <a:avLst/>
          </a:prstGeom>
        </p:spPr>
      </p:pic>
      <p:pic>
        <p:nvPicPr>
          <p:cNvPr id="14" name="Image 13">
            <a:extLst>
              <a:ext uri="{FF2B5EF4-FFF2-40B4-BE49-F238E27FC236}">
                <a16:creationId xmlns:a16="http://schemas.microsoft.com/office/drawing/2014/main" id="{14CFABC3-E156-4CA3-8D85-1326B76A0DFC}"/>
              </a:ext>
            </a:extLst>
          </p:cNvPr>
          <p:cNvPicPr>
            <a:picLocks noChangeAspect="1"/>
          </p:cNvPicPr>
          <p:nvPr userDrawn="1"/>
        </p:nvPicPr>
        <p:blipFill>
          <a:blip r:embed="rId3"/>
          <a:stretch>
            <a:fillRect/>
          </a:stretch>
        </p:blipFill>
        <p:spPr>
          <a:xfrm>
            <a:off x="0" y="6300579"/>
            <a:ext cx="12192000" cy="536448"/>
          </a:xfrm>
          <a:prstGeom prst="rect">
            <a:avLst/>
          </a:prstGeom>
        </p:spPr>
      </p:pic>
      <p:pic>
        <p:nvPicPr>
          <p:cNvPr id="12" name="Image 11">
            <a:extLst>
              <a:ext uri="{FF2B5EF4-FFF2-40B4-BE49-F238E27FC236}">
                <a16:creationId xmlns:a16="http://schemas.microsoft.com/office/drawing/2014/main" id="{1BEC3A97-691A-4C01-A868-CF93D6CB5D37}"/>
              </a:ext>
            </a:extLst>
          </p:cNvPr>
          <p:cNvPicPr>
            <a:picLocks noChangeAspect="1"/>
          </p:cNvPicPr>
          <p:nvPr userDrawn="1"/>
        </p:nvPicPr>
        <p:blipFill>
          <a:blip r:embed="rId4"/>
          <a:stretch>
            <a:fillRect/>
          </a:stretch>
        </p:blipFill>
        <p:spPr>
          <a:xfrm>
            <a:off x="0" y="24224"/>
            <a:ext cx="12192000" cy="835152"/>
          </a:xfrm>
          <a:prstGeom prst="rect">
            <a:avLst/>
          </a:prstGeom>
        </p:spPr>
      </p:pic>
      <p:sp>
        <p:nvSpPr>
          <p:cNvPr id="2" name="Titre 1">
            <a:extLst>
              <a:ext uri="{FF2B5EF4-FFF2-40B4-BE49-F238E27FC236}">
                <a16:creationId xmlns:a16="http://schemas.microsoft.com/office/drawing/2014/main" id="{E8AE2ABD-74EB-4C40-A423-2793F7423CD0}"/>
              </a:ext>
            </a:extLst>
          </p:cNvPr>
          <p:cNvSpPr>
            <a:spLocks noGrp="1"/>
          </p:cNvSpPr>
          <p:nvPr>
            <p:ph type="title"/>
          </p:nvPr>
        </p:nvSpPr>
        <p:spPr>
          <a:xfrm>
            <a:off x="28005" y="136524"/>
            <a:ext cx="5355449" cy="608317"/>
          </a:xfrm>
        </p:spPr>
        <p:txBody>
          <a:bodyPr/>
          <a:lstStyle>
            <a:lvl1pPr>
              <a:defRPr sz="2400">
                <a:solidFill>
                  <a:schemeClr val="bg1"/>
                </a:solidFill>
                <a:latin typeface="Verdana" panose="020B0604030504040204" pitchFamily="34" charset="0"/>
                <a:ea typeface="Verdana" panose="020B0604030504040204" pitchFamily="34"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FAA42597-091B-49A8-BF65-49B9DFF9785E}"/>
              </a:ext>
            </a:extLst>
          </p:cNvPr>
          <p:cNvSpPr>
            <a:spLocks noGrp="1"/>
          </p:cNvSpPr>
          <p:nvPr>
            <p:ph idx="1"/>
          </p:nvPr>
        </p:nvSpPr>
        <p:spPr>
          <a:xfrm>
            <a:off x="838200" y="1029457"/>
            <a:ext cx="10515600" cy="5147506"/>
          </a:xfrm>
        </p:spPr>
        <p:txBody>
          <a:bodyPr/>
          <a:lstStyle>
            <a:lvl1pPr>
              <a:buFont typeface="Symbol" panose="05050102010706020507" pitchFamily="18" charset="2"/>
              <a:buChar char=""/>
              <a:defRPr>
                <a:solidFill>
                  <a:srgbClr val="B681AE"/>
                </a:solidFill>
              </a:defRPr>
            </a:lvl1pPr>
            <a:lvl2pPr>
              <a:buFont typeface="Courier New" panose="02070309020205020404" pitchFamily="49" charset="0"/>
              <a:buChar char="o"/>
              <a:defRPr>
                <a:solidFill>
                  <a:srgbClr val="B681AE"/>
                </a:solidFill>
              </a:defRPr>
            </a:lvl2pPr>
            <a:lvl3pPr>
              <a:buFont typeface="Arial" panose="020B0604020202020204" pitchFamily="34" charset="0"/>
              <a:buChar char="•"/>
              <a:defRPr>
                <a:solidFill>
                  <a:srgbClr val="B681AE"/>
                </a:solidFill>
              </a:defRPr>
            </a:lvl3pPr>
            <a:lvl4pPr>
              <a:buFont typeface="Symbol" panose="05050102010706020507" pitchFamily="18" charset="2"/>
              <a:buChar char=""/>
              <a:defRPr>
                <a:solidFill>
                  <a:srgbClr val="B681AE"/>
                </a:solidFill>
              </a:defRPr>
            </a:lvl4pPr>
            <a:lvl5pPr>
              <a:buFont typeface="Symbol" panose="05050102010706020507" pitchFamily="18" charset="2"/>
              <a:buChar char=""/>
              <a:defRPr>
                <a:solidFill>
                  <a:srgbClr val="B681AE"/>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E46F0D96-2FC6-41FE-8F4D-3BD0C8959514}"/>
              </a:ext>
            </a:extLst>
          </p:cNvPr>
          <p:cNvSpPr>
            <a:spLocks noGrp="1"/>
          </p:cNvSpPr>
          <p:nvPr>
            <p:ph type="dt" sz="half" idx="10"/>
          </p:nvPr>
        </p:nvSpPr>
        <p:spPr/>
        <p:txBody>
          <a:bodyPr/>
          <a:lstStyle/>
          <a:p>
            <a:fld id="{BD9BE399-9357-4757-904A-82D82D2BC389}" type="datetime1">
              <a:rPr lang="fr-CA" smtClean="0"/>
              <a:t>2025-08-20</a:t>
            </a:fld>
            <a:endParaRPr lang="fr-CA"/>
          </a:p>
        </p:txBody>
      </p:sp>
      <p:sp>
        <p:nvSpPr>
          <p:cNvPr id="5" name="Espace réservé du pied de page 4">
            <a:extLst>
              <a:ext uri="{FF2B5EF4-FFF2-40B4-BE49-F238E27FC236}">
                <a16:creationId xmlns:a16="http://schemas.microsoft.com/office/drawing/2014/main" id="{69215AF6-EA85-4630-AD21-146CDDD50AC2}"/>
              </a:ext>
            </a:extLst>
          </p:cNvPr>
          <p:cNvSpPr>
            <a:spLocks noGrp="1"/>
          </p:cNvSpPr>
          <p:nvPr>
            <p:ph type="ftr" sz="quarter" idx="11"/>
          </p:nvPr>
        </p:nvSpPr>
        <p:spPr/>
        <p:txBody>
          <a:bodyPr/>
          <a:lstStyle/>
          <a:p>
            <a:endParaRPr lang="fr-CA"/>
          </a:p>
        </p:txBody>
      </p:sp>
      <p:sp>
        <p:nvSpPr>
          <p:cNvPr id="11" name="ZoneTexte 10">
            <a:extLst>
              <a:ext uri="{FF2B5EF4-FFF2-40B4-BE49-F238E27FC236}">
                <a16:creationId xmlns:a16="http://schemas.microsoft.com/office/drawing/2014/main" id="{347F81B4-34C2-4D55-8917-1F268458A624}"/>
              </a:ext>
            </a:extLst>
          </p:cNvPr>
          <p:cNvSpPr txBox="1"/>
          <p:nvPr userDrawn="1"/>
        </p:nvSpPr>
        <p:spPr>
          <a:xfrm>
            <a:off x="10112901" y="6430304"/>
            <a:ext cx="2028635" cy="276999"/>
          </a:xfrm>
          <a:prstGeom prst="rect">
            <a:avLst/>
          </a:prstGeom>
          <a:noFill/>
        </p:spPr>
        <p:txBody>
          <a:bodyPr wrap="square" rtlCol="0">
            <a:spAutoFit/>
          </a:bodyPr>
          <a:lstStyle/>
          <a:p>
            <a:r>
              <a:rPr lang="fr-CA" sz="1200">
                <a:solidFill>
                  <a:schemeClr val="bg1"/>
                </a:solidFill>
              </a:rPr>
              <a:t>Programmation Web serveur</a:t>
            </a:r>
          </a:p>
        </p:txBody>
      </p:sp>
      <p:pic>
        <p:nvPicPr>
          <p:cNvPr id="16" name="Image 15">
            <a:extLst>
              <a:ext uri="{FF2B5EF4-FFF2-40B4-BE49-F238E27FC236}">
                <a16:creationId xmlns:a16="http://schemas.microsoft.com/office/drawing/2014/main" id="{440532DC-AA6C-4921-B626-981D8BA9B576}"/>
              </a:ext>
            </a:extLst>
          </p:cNvPr>
          <p:cNvPicPr>
            <a:picLocks noChangeAspect="1"/>
          </p:cNvPicPr>
          <p:nvPr userDrawn="1"/>
        </p:nvPicPr>
        <p:blipFill>
          <a:blip r:embed="rId5"/>
          <a:stretch>
            <a:fillRect/>
          </a:stretch>
        </p:blipFill>
        <p:spPr>
          <a:xfrm>
            <a:off x="5822468" y="264683"/>
            <a:ext cx="239365" cy="359048"/>
          </a:xfrm>
          <a:prstGeom prst="rect">
            <a:avLst/>
          </a:prstGeom>
        </p:spPr>
      </p:pic>
    </p:spTree>
    <p:extLst>
      <p:ext uri="{BB962C8B-B14F-4D97-AF65-F5344CB8AC3E}">
        <p14:creationId xmlns:p14="http://schemas.microsoft.com/office/powerpoint/2010/main" val="1940719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re et contenu 2">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70DCDD8F-D46A-4666-B8B8-35A7C25CC392}"/>
              </a:ext>
            </a:extLst>
          </p:cNvPr>
          <p:cNvPicPr>
            <a:picLocks noChangeAspect="1"/>
          </p:cNvPicPr>
          <p:nvPr userDrawn="1"/>
        </p:nvPicPr>
        <p:blipFill>
          <a:blip r:embed="rId2"/>
          <a:stretch>
            <a:fillRect/>
          </a:stretch>
        </p:blipFill>
        <p:spPr>
          <a:xfrm>
            <a:off x="0" y="6297944"/>
            <a:ext cx="12192000" cy="533400"/>
          </a:xfrm>
          <a:prstGeom prst="rect">
            <a:avLst/>
          </a:prstGeom>
        </p:spPr>
      </p:pic>
      <p:pic>
        <p:nvPicPr>
          <p:cNvPr id="6" name="Image 5">
            <a:extLst>
              <a:ext uri="{FF2B5EF4-FFF2-40B4-BE49-F238E27FC236}">
                <a16:creationId xmlns:a16="http://schemas.microsoft.com/office/drawing/2014/main" id="{FEB0A035-BA97-42C7-8BBD-00562D4D6CB2}"/>
              </a:ext>
            </a:extLst>
          </p:cNvPr>
          <p:cNvPicPr>
            <a:picLocks noChangeAspect="1"/>
          </p:cNvPicPr>
          <p:nvPr userDrawn="1"/>
        </p:nvPicPr>
        <p:blipFill>
          <a:blip r:embed="rId3"/>
          <a:stretch>
            <a:fillRect/>
          </a:stretch>
        </p:blipFill>
        <p:spPr>
          <a:xfrm>
            <a:off x="0" y="16936"/>
            <a:ext cx="12192000" cy="838200"/>
          </a:xfrm>
          <a:prstGeom prst="rect">
            <a:avLst/>
          </a:prstGeom>
        </p:spPr>
      </p:pic>
      <p:sp>
        <p:nvSpPr>
          <p:cNvPr id="2" name="Titre 1">
            <a:extLst>
              <a:ext uri="{FF2B5EF4-FFF2-40B4-BE49-F238E27FC236}">
                <a16:creationId xmlns:a16="http://schemas.microsoft.com/office/drawing/2014/main" id="{E8AE2ABD-74EB-4C40-A423-2793F7423CD0}"/>
              </a:ext>
            </a:extLst>
          </p:cNvPr>
          <p:cNvSpPr>
            <a:spLocks noGrp="1"/>
          </p:cNvSpPr>
          <p:nvPr>
            <p:ph type="title"/>
          </p:nvPr>
        </p:nvSpPr>
        <p:spPr>
          <a:xfrm>
            <a:off x="28005" y="136524"/>
            <a:ext cx="5355449" cy="608317"/>
          </a:xfrm>
        </p:spPr>
        <p:txBody>
          <a:bodyPr/>
          <a:lstStyle>
            <a:lvl1pPr>
              <a:defRPr sz="2400">
                <a:solidFill>
                  <a:schemeClr val="bg1"/>
                </a:solidFill>
                <a:latin typeface="Verdana" panose="020B0604030504040204" pitchFamily="34" charset="0"/>
                <a:ea typeface="Verdana" panose="020B0604030504040204" pitchFamily="34"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FAA42597-091B-49A8-BF65-49B9DFF9785E}"/>
              </a:ext>
            </a:extLst>
          </p:cNvPr>
          <p:cNvSpPr>
            <a:spLocks noGrp="1"/>
          </p:cNvSpPr>
          <p:nvPr>
            <p:ph idx="1"/>
          </p:nvPr>
        </p:nvSpPr>
        <p:spPr>
          <a:xfrm>
            <a:off x="838200" y="1029457"/>
            <a:ext cx="10515600" cy="5147506"/>
          </a:xfrm>
        </p:spPr>
        <p:txBody>
          <a:bodyPr/>
          <a:lstStyle>
            <a:lvl1pPr>
              <a:buFont typeface="Symbol" panose="05050102010706020507" pitchFamily="18" charset="2"/>
              <a:buChar char=""/>
              <a:defRPr>
                <a:solidFill>
                  <a:srgbClr val="A785B8"/>
                </a:solidFill>
              </a:defRPr>
            </a:lvl1pPr>
            <a:lvl2pPr>
              <a:buFont typeface="Courier New" panose="02070309020205020404" pitchFamily="49" charset="0"/>
              <a:buChar char="o"/>
              <a:defRPr>
                <a:solidFill>
                  <a:srgbClr val="A785B8"/>
                </a:solidFill>
              </a:defRPr>
            </a:lvl2pPr>
            <a:lvl3pPr>
              <a:buFont typeface="Arial" panose="020B0604020202020204" pitchFamily="34" charset="0"/>
              <a:buChar char="•"/>
              <a:defRPr>
                <a:solidFill>
                  <a:srgbClr val="A785B8"/>
                </a:solidFill>
              </a:defRPr>
            </a:lvl3pPr>
            <a:lvl4pPr>
              <a:buFont typeface="Symbol" panose="05050102010706020507" pitchFamily="18" charset="2"/>
              <a:buChar char=""/>
              <a:defRPr>
                <a:solidFill>
                  <a:srgbClr val="A785B8"/>
                </a:solidFill>
              </a:defRPr>
            </a:lvl4pPr>
            <a:lvl5pPr>
              <a:buFont typeface="Symbol" panose="05050102010706020507" pitchFamily="18" charset="2"/>
              <a:buChar char=""/>
              <a:defRPr>
                <a:solidFill>
                  <a:srgbClr val="A785B8"/>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E46F0D96-2FC6-41FE-8F4D-3BD0C8959514}"/>
              </a:ext>
            </a:extLst>
          </p:cNvPr>
          <p:cNvSpPr>
            <a:spLocks noGrp="1"/>
          </p:cNvSpPr>
          <p:nvPr>
            <p:ph type="dt" sz="half" idx="10"/>
          </p:nvPr>
        </p:nvSpPr>
        <p:spPr/>
        <p:txBody>
          <a:bodyPr/>
          <a:lstStyle/>
          <a:p>
            <a:fld id="{7B9FB701-9F0B-4712-B7AE-E3B39BB22A99}" type="datetime1">
              <a:rPr lang="fr-CA" smtClean="0"/>
              <a:t>2025-08-20</a:t>
            </a:fld>
            <a:endParaRPr lang="fr-CA"/>
          </a:p>
        </p:txBody>
      </p:sp>
      <p:sp>
        <p:nvSpPr>
          <p:cNvPr id="5" name="Espace réservé du pied de page 4">
            <a:extLst>
              <a:ext uri="{FF2B5EF4-FFF2-40B4-BE49-F238E27FC236}">
                <a16:creationId xmlns:a16="http://schemas.microsoft.com/office/drawing/2014/main" id="{69215AF6-EA85-4630-AD21-146CDDD50AC2}"/>
              </a:ext>
            </a:extLst>
          </p:cNvPr>
          <p:cNvSpPr>
            <a:spLocks noGrp="1"/>
          </p:cNvSpPr>
          <p:nvPr>
            <p:ph type="ftr" sz="quarter" idx="11"/>
          </p:nvPr>
        </p:nvSpPr>
        <p:spPr/>
        <p:txBody>
          <a:bodyPr/>
          <a:lstStyle/>
          <a:p>
            <a:endParaRPr lang="fr-CA"/>
          </a:p>
        </p:txBody>
      </p:sp>
      <p:sp>
        <p:nvSpPr>
          <p:cNvPr id="11" name="ZoneTexte 10">
            <a:extLst>
              <a:ext uri="{FF2B5EF4-FFF2-40B4-BE49-F238E27FC236}">
                <a16:creationId xmlns:a16="http://schemas.microsoft.com/office/drawing/2014/main" id="{347F81B4-34C2-4D55-8917-1F268458A624}"/>
              </a:ext>
            </a:extLst>
          </p:cNvPr>
          <p:cNvSpPr txBox="1"/>
          <p:nvPr userDrawn="1"/>
        </p:nvSpPr>
        <p:spPr>
          <a:xfrm>
            <a:off x="10106845" y="6430304"/>
            <a:ext cx="2034691" cy="276999"/>
          </a:xfrm>
          <a:prstGeom prst="rect">
            <a:avLst/>
          </a:prstGeom>
          <a:noFill/>
        </p:spPr>
        <p:txBody>
          <a:bodyPr wrap="square" rtlCol="0">
            <a:spAutoFit/>
          </a:bodyPr>
          <a:lstStyle/>
          <a:p>
            <a:r>
              <a:rPr lang="fr-CA" sz="1200">
                <a:solidFill>
                  <a:schemeClr val="bg1"/>
                </a:solidFill>
              </a:rPr>
              <a:t>Programmation Web serveur</a:t>
            </a:r>
          </a:p>
        </p:txBody>
      </p:sp>
    </p:spTree>
    <p:extLst>
      <p:ext uri="{BB962C8B-B14F-4D97-AF65-F5344CB8AC3E}">
        <p14:creationId xmlns:p14="http://schemas.microsoft.com/office/powerpoint/2010/main" val="1955240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3D8225C7-A1A5-4DEB-AAE2-E70409CE0B3C}"/>
              </a:ext>
            </a:extLst>
          </p:cNvPr>
          <p:cNvPicPr>
            <a:picLocks noChangeAspect="1"/>
          </p:cNvPicPr>
          <p:nvPr userDrawn="1"/>
        </p:nvPicPr>
        <p:blipFill>
          <a:blip r:embed="rId2"/>
          <a:stretch>
            <a:fillRect/>
          </a:stretch>
        </p:blipFill>
        <p:spPr>
          <a:xfrm>
            <a:off x="0" y="24224"/>
            <a:ext cx="12192000" cy="838200"/>
          </a:xfrm>
          <a:prstGeom prst="rect">
            <a:avLst/>
          </a:prstGeom>
        </p:spPr>
      </p:pic>
      <p:pic>
        <p:nvPicPr>
          <p:cNvPr id="8" name="Image 7">
            <a:extLst>
              <a:ext uri="{FF2B5EF4-FFF2-40B4-BE49-F238E27FC236}">
                <a16:creationId xmlns:a16="http://schemas.microsoft.com/office/drawing/2014/main" id="{DE676564-779F-401F-9DFB-C95638229F84}"/>
              </a:ext>
            </a:extLst>
          </p:cNvPr>
          <p:cNvPicPr>
            <a:picLocks noChangeAspect="1"/>
          </p:cNvPicPr>
          <p:nvPr userDrawn="1"/>
        </p:nvPicPr>
        <p:blipFill>
          <a:blip r:embed="rId3"/>
          <a:stretch>
            <a:fillRect/>
          </a:stretch>
        </p:blipFill>
        <p:spPr>
          <a:xfrm>
            <a:off x="0" y="6303121"/>
            <a:ext cx="12192000" cy="533400"/>
          </a:xfrm>
          <a:prstGeom prst="rect">
            <a:avLst/>
          </a:prstGeom>
        </p:spPr>
      </p:pic>
      <p:sp>
        <p:nvSpPr>
          <p:cNvPr id="2" name="Titre 1">
            <a:extLst>
              <a:ext uri="{FF2B5EF4-FFF2-40B4-BE49-F238E27FC236}">
                <a16:creationId xmlns:a16="http://schemas.microsoft.com/office/drawing/2014/main" id="{E8AE2ABD-74EB-4C40-A423-2793F7423CD0}"/>
              </a:ext>
            </a:extLst>
          </p:cNvPr>
          <p:cNvSpPr>
            <a:spLocks noGrp="1"/>
          </p:cNvSpPr>
          <p:nvPr>
            <p:ph type="title"/>
          </p:nvPr>
        </p:nvSpPr>
        <p:spPr>
          <a:xfrm>
            <a:off x="28005" y="136524"/>
            <a:ext cx="5355449" cy="608317"/>
          </a:xfrm>
        </p:spPr>
        <p:txBody>
          <a:bodyPr/>
          <a:lstStyle>
            <a:lvl1pPr>
              <a:defRPr sz="2400">
                <a:solidFill>
                  <a:schemeClr val="bg1"/>
                </a:solidFill>
                <a:latin typeface="Verdana" panose="020B0604030504040204" pitchFamily="34" charset="0"/>
                <a:ea typeface="Verdana" panose="020B0604030504040204" pitchFamily="34"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FAA42597-091B-49A8-BF65-49B9DFF9785E}"/>
              </a:ext>
            </a:extLst>
          </p:cNvPr>
          <p:cNvSpPr>
            <a:spLocks noGrp="1"/>
          </p:cNvSpPr>
          <p:nvPr>
            <p:ph idx="1"/>
          </p:nvPr>
        </p:nvSpPr>
        <p:spPr>
          <a:xfrm>
            <a:off x="838200" y="1029457"/>
            <a:ext cx="10515600" cy="5147506"/>
          </a:xfrm>
        </p:spPr>
        <p:txBody>
          <a:bodyPr/>
          <a:lstStyle>
            <a:lvl1pPr>
              <a:buFont typeface="Symbol" panose="05050102010706020507" pitchFamily="18" charset="2"/>
              <a:buChar char=""/>
              <a:defRPr>
                <a:solidFill>
                  <a:srgbClr val="8080BB"/>
                </a:solidFill>
              </a:defRPr>
            </a:lvl1pPr>
            <a:lvl2pPr>
              <a:buFont typeface="Courier New" panose="02070309020205020404" pitchFamily="49" charset="0"/>
              <a:buChar char="o"/>
              <a:defRPr>
                <a:solidFill>
                  <a:srgbClr val="8080BB"/>
                </a:solidFill>
              </a:defRPr>
            </a:lvl2pPr>
            <a:lvl3pPr>
              <a:buFont typeface="Arial" panose="020B0604020202020204" pitchFamily="34" charset="0"/>
              <a:buChar char="•"/>
              <a:defRPr>
                <a:solidFill>
                  <a:srgbClr val="8080BB"/>
                </a:solidFill>
              </a:defRPr>
            </a:lvl3pPr>
            <a:lvl4pPr>
              <a:buFont typeface="Symbol" panose="05050102010706020507" pitchFamily="18" charset="2"/>
              <a:buChar char=""/>
              <a:defRPr>
                <a:solidFill>
                  <a:srgbClr val="8080BB"/>
                </a:solidFill>
              </a:defRPr>
            </a:lvl4pPr>
            <a:lvl5pPr>
              <a:buFont typeface="Symbol" panose="05050102010706020507" pitchFamily="18" charset="2"/>
              <a:buChar char=""/>
              <a:defRPr>
                <a:solidFill>
                  <a:srgbClr val="8080BB"/>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E46F0D96-2FC6-41FE-8F4D-3BD0C8959514}"/>
              </a:ext>
            </a:extLst>
          </p:cNvPr>
          <p:cNvSpPr>
            <a:spLocks noGrp="1"/>
          </p:cNvSpPr>
          <p:nvPr>
            <p:ph type="dt" sz="half" idx="10"/>
          </p:nvPr>
        </p:nvSpPr>
        <p:spPr/>
        <p:txBody>
          <a:bodyPr/>
          <a:lstStyle/>
          <a:p>
            <a:fld id="{E47D2926-C11D-461E-8536-DADB18A25F3F}" type="datetime1">
              <a:rPr lang="fr-CA" smtClean="0"/>
              <a:t>2025-08-20</a:t>
            </a:fld>
            <a:endParaRPr lang="fr-CA"/>
          </a:p>
        </p:txBody>
      </p:sp>
      <p:sp>
        <p:nvSpPr>
          <p:cNvPr id="5" name="Espace réservé du pied de page 4">
            <a:extLst>
              <a:ext uri="{FF2B5EF4-FFF2-40B4-BE49-F238E27FC236}">
                <a16:creationId xmlns:a16="http://schemas.microsoft.com/office/drawing/2014/main" id="{69215AF6-EA85-4630-AD21-146CDDD50AC2}"/>
              </a:ext>
            </a:extLst>
          </p:cNvPr>
          <p:cNvSpPr>
            <a:spLocks noGrp="1"/>
          </p:cNvSpPr>
          <p:nvPr>
            <p:ph type="ftr" sz="quarter" idx="11"/>
          </p:nvPr>
        </p:nvSpPr>
        <p:spPr/>
        <p:txBody>
          <a:bodyPr/>
          <a:lstStyle/>
          <a:p>
            <a:endParaRPr lang="fr-CA"/>
          </a:p>
        </p:txBody>
      </p:sp>
      <p:sp>
        <p:nvSpPr>
          <p:cNvPr id="11" name="ZoneTexte 10">
            <a:extLst>
              <a:ext uri="{FF2B5EF4-FFF2-40B4-BE49-F238E27FC236}">
                <a16:creationId xmlns:a16="http://schemas.microsoft.com/office/drawing/2014/main" id="{347F81B4-34C2-4D55-8917-1F268458A624}"/>
              </a:ext>
            </a:extLst>
          </p:cNvPr>
          <p:cNvSpPr txBox="1"/>
          <p:nvPr userDrawn="1"/>
        </p:nvSpPr>
        <p:spPr>
          <a:xfrm>
            <a:off x="10022067" y="6430304"/>
            <a:ext cx="2119470" cy="276999"/>
          </a:xfrm>
          <a:prstGeom prst="rect">
            <a:avLst/>
          </a:prstGeom>
          <a:noFill/>
        </p:spPr>
        <p:txBody>
          <a:bodyPr wrap="square" rtlCol="0">
            <a:spAutoFit/>
          </a:bodyPr>
          <a:lstStyle/>
          <a:p>
            <a:r>
              <a:rPr lang="fr-CA" sz="1200">
                <a:solidFill>
                  <a:schemeClr val="bg1"/>
                </a:solidFill>
              </a:rPr>
              <a:t>Programmation Web serveur</a:t>
            </a:r>
          </a:p>
        </p:txBody>
      </p:sp>
    </p:spTree>
    <p:extLst>
      <p:ext uri="{BB962C8B-B14F-4D97-AF65-F5344CB8AC3E}">
        <p14:creationId xmlns:p14="http://schemas.microsoft.com/office/powerpoint/2010/main" val="2916417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re et contenu 3">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45C23620-5D2E-424B-92C0-1DDE3C248F06}"/>
              </a:ext>
            </a:extLst>
          </p:cNvPr>
          <p:cNvPicPr>
            <a:picLocks noChangeAspect="1"/>
          </p:cNvPicPr>
          <p:nvPr userDrawn="1"/>
        </p:nvPicPr>
        <p:blipFill>
          <a:blip r:embed="rId2"/>
          <a:stretch>
            <a:fillRect/>
          </a:stretch>
        </p:blipFill>
        <p:spPr>
          <a:xfrm>
            <a:off x="0" y="6299778"/>
            <a:ext cx="12192000" cy="533400"/>
          </a:xfrm>
          <a:prstGeom prst="rect">
            <a:avLst/>
          </a:prstGeom>
        </p:spPr>
      </p:pic>
      <p:pic>
        <p:nvPicPr>
          <p:cNvPr id="7" name="Image 6">
            <a:extLst>
              <a:ext uri="{FF2B5EF4-FFF2-40B4-BE49-F238E27FC236}">
                <a16:creationId xmlns:a16="http://schemas.microsoft.com/office/drawing/2014/main" id="{92E364DD-3988-45CD-8F1D-400F5613DE82}"/>
              </a:ext>
            </a:extLst>
          </p:cNvPr>
          <p:cNvPicPr>
            <a:picLocks noChangeAspect="1"/>
          </p:cNvPicPr>
          <p:nvPr userDrawn="1"/>
        </p:nvPicPr>
        <p:blipFill>
          <a:blip r:embed="rId3"/>
          <a:stretch>
            <a:fillRect/>
          </a:stretch>
        </p:blipFill>
        <p:spPr>
          <a:xfrm>
            <a:off x="0" y="26339"/>
            <a:ext cx="12192000" cy="838200"/>
          </a:xfrm>
          <a:prstGeom prst="rect">
            <a:avLst/>
          </a:prstGeom>
        </p:spPr>
      </p:pic>
      <p:sp>
        <p:nvSpPr>
          <p:cNvPr id="2" name="Titre 1">
            <a:extLst>
              <a:ext uri="{FF2B5EF4-FFF2-40B4-BE49-F238E27FC236}">
                <a16:creationId xmlns:a16="http://schemas.microsoft.com/office/drawing/2014/main" id="{E8AE2ABD-74EB-4C40-A423-2793F7423CD0}"/>
              </a:ext>
            </a:extLst>
          </p:cNvPr>
          <p:cNvSpPr>
            <a:spLocks noGrp="1"/>
          </p:cNvSpPr>
          <p:nvPr>
            <p:ph type="title"/>
          </p:nvPr>
        </p:nvSpPr>
        <p:spPr>
          <a:xfrm>
            <a:off x="28005" y="136524"/>
            <a:ext cx="5355449" cy="608317"/>
          </a:xfrm>
        </p:spPr>
        <p:txBody>
          <a:bodyPr/>
          <a:lstStyle>
            <a:lvl1pPr>
              <a:defRPr sz="2400">
                <a:solidFill>
                  <a:schemeClr val="bg1"/>
                </a:solidFill>
                <a:latin typeface="Verdana" panose="020B0604030504040204" pitchFamily="34" charset="0"/>
                <a:ea typeface="Verdana" panose="020B0604030504040204" pitchFamily="34"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FAA42597-091B-49A8-BF65-49B9DFF9785E}"/>
              </a:ext>
            </a:extLst>
          </p:cNvPr>
          <p:cNvSpPr>
            <a:spLocks noGrp="1"/>
          </p:cNvSpPr>
          <p:nvPr>
            <p:ph idx="1"/>
          </p:nvPr>
        </p:nvSpPr>
        <p:spPr>
          <a:xfrm>
            <a:off x="838200" y="1029457"/>
            <a:ext cx="10515600" cy="5147506"/>
          </a:xfrm>
        </p:spPr>
        <p:txBody>
          <a:bodyPr/>
          <a:lstStyle>
            <a:lvl1pPr>
              <a:buFont typeface="Symbol" panose="05050102010706020507" pitchFamily="18" charset="2"/>
              <a:buChar char=""/>
              <a:defRPr>
                <a:solidFill>
                  <a:srgbClr val="8197B6"/>
                </a:solidFill>
              </a:defRPr>
            </a:lvl1pPr>
            <a:lvl2pPr>
              <a:buFont typeface="Courier New" panose="02070309020205020404" pitchFamily="49" charset="0"/>
              <a:buChar char="o"/>
              <a:defRPr>
                <a:solidFill>
                  <a:srgbClr val="8197B6"/>
                </a:solidFill>
              </a:defRPr>
            </a:lvl2pPr>
            <a:lvl3pPr>
              <a:buFont typeface="Arial" panose="020B0604020202020204" pitchFamily="34" charset="0"/>
              <a:buChar char="•"/>
              <a:defRPr>
                <a:solidFill>
                  <a:srgbClr val="8197B6"/>
                </a:solidFill>
              </a:defRPr>
            </a:lvl3pPr>
            <a:lvl4pPr>
              <a:buFont typeface="Symbol" panose="05050102010706020507" pitchFamily="18" charset="2"/>
              <a:buChar char=""/>
              <a:defRPr>
                <a:solidFill>
                  <a:srgbClr val="8197B6"/>
                </a:solidFill>
              </a:defRPr>
            </a:lvl4pPr>
            <a:lvl5pPr>
              <a:buFont typeface="Symbol" panose="05050102010706020507" pitchFamily="18" charset="2"/>
              <a:buChar char=""/>
              <a:defRPr>
                <a:solidFill>
                  <a:srgbClr val="8197B6"/>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4" name="Espace réservé de la date 3">
            <a:extLst>
              <a:ext uri="{FF2B5EF4-FFF2-40B4-BE49-F238E27FC236}">
                <a16:creationId xmlns:a16="http://schemas.microsoft.com/office/drawing/2014/main" id="{E46F0D96-2FC6-41FE-8F4D-3BD0C8959514}"/>
              </a:ext>
            </a:extLst>
          </p:cNvPr>
          <p:cNvSpPr>
            <a:spLocks noGrp="1"/>
          </p:cNvSpPr>
          <p:nvPr>
            <p:ph type="dt" sz="half" idx="10"/>
          </p:nvPr>
        </p:nvSpPr>
        <p:spPr/>
        <p:txBody>
          <a:bodyPr/>
          <a:lstStyle/>
          <a:p>
            <a:fld id="{62CD601E-C9B0-4824-9089-2B2672F38EED}" type="datetime1">
              <a:rPr lang="fr-CA" smtClean="0"/>
              <a:t>2025-08-20</a:t>
            </a:fld>
            <a:endParaRPr lang="fr-CA"/>
          </a:p>
        </p:txBody>
      </p:sp>
      <p:sp>
        <p:nvSpPr>
          <p:cNvPr id="5" name="Espace réservé du pied de page 4">
            <a:extLst>
              <a:ext uri="{FF2B5EF4-FFF2-40B4-BE49-F238E27FC236}">
                <a16:creationId xmlns:a16="http://schemas.microsoft.com/office/drawing/2014/main" id="{69215AF6-EA85-4630-AD21-146CDDD50AC2}"/>
              </a:ext>
            </a:extLst>
          </p:cNvPr>
          <p:cNvSpPr>
            <a:spLocks noGrp="1"/>
          </p:cNvSpPr>
          <p:nvPr>
            <p:ph type="ftr" sz="quarter" idx="11"/>
          </p:nvPr>
        </p:nvSpPr>
        <p:spPr/>
        <p:txBody>
          <a:bodyPr/>
          <a:lstStyle/>
          <a:p>
            <a:endParaRPr lang="fr-CA"/>
          </a:p>
        </p:txBody>
      </p:sp>
      <p:sp>
        <p:nvSpPr>
          <p:cNvPr id="11" name="ZoneTexte 10">
            <a:extLst>
              <a:ext uri="{FF2B5EF4-FFF2-40B4-BE49-F238E27FC236}">
                <a16:creationId xmlns:a16="http://schemas.microsoft.com/office/drawing/2014/main" id="{347F81B4-34C2-4D55-8917-1F268458A624}"/>
              </a:ext>
            </a:extLst>
          </p:cNvPr>
          <p:cNvSpPr txBox="1"/>
          <p:nvPr userDrawn="1"/>
        </p:nvSpPr>
        <p:spPr>
          <a:xfrm>
            <a:off x="9349946" y="6430304"/>
            <a:ext cx="2791590" cy="276999"/>
          </a:xfrm>
          <a:prstGeom prst="rect">
            <a:avLst/>
          </a:prstGeom>
          <a:noFill/>
        </p:spPr>
        <p:txBody>
          <a:bodyPr wrap="square" rtlCol="0">
            <a:spAutoFit/>
          </a:bodyPr>
          <a:lstStyle/>
          <a:p>
            <a:r>
              <a:rPr lang="fr-CA" sz="1200" dirty="0">
                <a:solidFill>
                  <a:schemeClr val="bg1"/>
                </a:solidFill>
              </a:rPr>
              <a:t> </a:t>
            </a:r>
            <a:r>
              <a:rPr lang="fr-CA" sz="1200" b="1" dirty="0">
                <a:solidFill>
                  <a:schemeClr val="bg1"/>
                </a:solidFill>
                <a:effectLst/>
                <a:latin typeface="Calibri" panose="020F0502020204030204" pitchFamily="34" charset="0"/>
                <a:ea typeface="Times New Roman" panose="02020603050405020304" pitchFamily="18" charset="0"/>
              </a:rPr>
              <a:t>Introduction à la programmation WEB</a:t>
            </a:r>
            <a:endParaRPr lang="fr-CA" sz="1200" dirty="0">
              <a:solidFill>
                <a:schemeClr val="bg1"/>
              </a:solidFill>
            </a:endParaRPr>
          </a:p>
        </p:txBody>
      </p:sp>
    </p:spTree>
    <p:extLst>
      <p:ext uri="{BB962C8B-B14F-4D97-AF65-F5344CB8AC3E}">
        <p14:creationId xmlns:p14="http://schemas.microsoft.com/office/powerpoint/2010/main" val="1362642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re et contenu 4">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CC9A27B5-EECC-4B18-B7D4-6B83E677D296}"/>
              </a:ext>
            </a:extLst>
          </p:cNvPr>
          <p:cNvPicPr>
            <a:picLocks noChangeAspect="1"/>
          </p:cNvPicPr>
          <p:nvPr userDrawn="1"/>
        </p:nvPicPr>
        <p:blipFill>
          <a:blip r:embed="rId2"/>
          <a:stretch>
            <a:fillRect/>
          </a:stretch>
        </p:blipFill>
        <p:spPr>
          <a:xfrm>
            <a:off x="0" y="6292366"/>
            <a:ext cx="12192000" cy="542925"/>
          </a:xfrm>
          <a:prstGeom prst="rect">
            <a:avLst/>
          </a:prstGeom>
        </p:spPr>
      </p:pic>
      <p:pic>
        <p:nvPicPr>
          <p:cNvPr id="6" name="Image 5">
            <a:extLst>
              <a:ext uri="{FF2B5EF4-FFF2-40B4-BE49-F238E27FC236}">
                <a16:creationId xmlns:a16="http://schemas.microsoft.com/office/drawing/2014/main" id="{B9B8B2AD-7C26-4E6E-91B8-D5C574E48B0F}"/>
              </a:ext>
            </a:extLst>
          </p:cNvPr>
          <p:cNvPicPr>
            <a:picLocks noChangeAspect="1"/>
          </p:cNvPicPr>
          <p:nvPr userDrawn="1"/>
        </p:nvPicPr>
        <p:blipFill>
          <a:blip r:embed="rId3"/>
          <a:stretch>
            <a:fillRect/>
          </a:stretch>
        </p:blipFill>
        <p:spPr>
          <a:xfrm>
            <a:off x="0" y="18766"/>
            <a:ext cx="12192000" cy="838200"/>
          </a:xfrm>
          <a:prstGeom prst="rect">
            <a:avLst/>
          </a:prstGeom>
        </p:spPr>
      </p:pic>
      <p:sp>
        <p:nvSpPr>
          <p:cNvPr id="2" name="Titre 1">
            <a:extLst>
              <a:ext uri="{FF2B5EF4-FFF2-40B4-BE49-F238E27FC236}">
                <a16:creationId xmlns:a16="http://schemas.microsoft.com/office/drawing/2014/main" id="{E8AE2ABD-74EB-4C40-A423-2793F7423CD0}"/>
              </a:ext>
            </a:extLst>
          </p:cNvPr>
          <p:cNvSpPr>
            <a:spLocks noGrp="1"/>
          </p:cNvSpPr>
          <p:nvPr>
            <p:ph type="title"/>
          </p:nvPr>
        </p:nvSpPr>
        <p:spPr>
          <a:xfrm>
            <a:off x="28005" y="136524"/>
            <a:ext cx="5355449" cy="608317"/>
          </a:xfrm>
        </p:spPr>
        <p:txBody>
          <a:bodyPr/>
          <a:lstStyle>
            <a:lvl1pPr>
              <a:defRPr sz="2400">
                <a:solidFill>
                  <a:schemeClr val="bg1"/>
                </a:solidFill>
                <a:latin typeface="Verdana" panose="020B0604030504040204" pitchFamily="34" charset="0"/>
                <a:ea typeface="Verdana" panose="020B0604030504040204" pitchFamily="34"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FAA42597-091B-49A8-BF65-49B9DFF9785E}"/>
              </a:ext>
            </a:extLst>
          </p:cNvPr>
          <p:cNvSpPr>
            <a:spLocks noGrp="1"/>
          </p:cNvSpPr>
          <p:nvPr>
            <p:ph idx="1"/>
          </p:nvPr>
        </p:nvSpPr>
        <p:spPr>
          <a:xfrm>
            <a:off x="838200" y="1029457"/>
            <a:ext cx="10515600" cy="5147506"/>
          </a:xfrm>
        </p:spPr>
        <p:txBody>
          <a:bodyPr/>
          <a:lstStyle>
            <a:lvl1pPr>
              <a:buFont typeface="Symbol" panose="05050102010706020507" pitchFamily="18" charset="2"/>
              <a:buChar char=""/>
              <a:defRPr>
                <a:solidFill>
                  <a:srgbClr val="81ADB6"/>
                </a:solidFill>
              </a:defRPr>
            </a:lvl1pPr>
            <a:lvl2pPr>
              <a:buFont typeface="Courier New" panose="02070309020205020404" pitchFamily="49" charset="0"/>
              <a:buChar char="o"/>
              <a:defRPr>
                <a:solidFill>
                  <a:srgbClr val="81ADB6"/>
                </a:solidFill>
              </a:defRPr>
            </a:lvl2pPr>
            <a:lvl3pPr>
              <a:buFont typeface="Arial" panose="020B0604020202020204" pitchFamily="34" charset="0"/>
              <a:buChar char="•"/>
              <a:defRPr>
                <a:solidFill>
                  <a:srgbClr val="81ADB6"/>
                </a:solidFill>
              </a:defRPr>
            </a:lvl3pPr>
            <a:lvl4pPr>
              <a:buFont typeface="Symbol" panose="05050102010706020507" pitchFamily="18" charset="2"/>
              <a:buChar char=""/>
              <a:defRPr>
                <a:solidFill>
                  <a:srgbClr val="81ADB6"/>
                </a:solidFill>
              </a:defRPr>
            </a:lvl4pPr>
            <a:lvl5pPr>
              <a:buFont typeface="Symbol" panose="05050102010706020507" pitchFamily="18" charset="2"/>
              <a:buChar char=""/>
              <a:defRPr>
                <a:solidFill>
                  <a:srgbClr val="81ADB6"/>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E46F0D96-2FC6-41FE-8F4D-3BD0C8959514}"/>
              </a:ext>
            </a:extLst>
          </p:cNvPr>
          <p:cNvSpPr>
            <a:spLocks noGrp="1"/>
          </p:cNvSpPr>
          <p:nvPr>
            <p:ph type="dt" sz="half" idx="10"/>
          </p:nvPr>
        </p:nvSpPr>
        <p:spPr/>
        <p:txBody>
          <a:bodyPr/>
          <a:lstStyle/>
          <a:p>
            <a:fld id="{B7415A05-6844-4073-A35A-9E8895EC2BF9}" type="datetime1">
              <a:rPr lang="fr-CA" smtClean="0"/>
              <a:t>2025-08-20</a:t>
            </a:fld>
            <a:endParaRPr lang="fr-CA"/>
          </a:p>
        </p:txBody>
      </p:sp>
      <p:sp>
        <p:nvSpPr>
          <p:cNvPr id="5" name="Espace réservé du pied de page 4">
            <a:extLst>
              <a:ext uri="{FF2B5EF4-FFF2-40B4-BE49-F238E27FC236}">
                <a16:creationId xmlns:a16="http://schemas.microsoft.com/office/drawing/2014/main" id="{69215AF6-EA85-4630-AD21-146CDDD50AC2}"/>
              </a:ext>
            </a:extLst>
          </p:cNvPr>
          <p:cNvSpPr>
            <a:spLocks noGrp="1"/>
          </p:cNvSpPr>
          <p:nvPr>
            <p:ph type="ftr" sz="quarter" idx="11"/>
          </p:nvPr>
        </p:nvSpPr>
        <p:spPr/>
        <p:txBody>
          <a:bodyPr/>
          <a:lstStyle/>
          <a:p>
            <a:endParaRPr lang="fr-CA"/>
          </a:p>
        </p:txBody>
      </p:sp>
      <p:sp>
        <p:nvSpPr>
          <p:cNvPr id="11" name="ZoneTexte 10">
            <a:extLst>
              <a:ext uri="{FF2B5EF4-FFF2-40B4-BE49-F238E27FC236}">
                <a16:creationId xmlns:a16="http://schemas.microsoft.com/office/drawing/2014/main" id="{347F81B4-34C2-4D55-8917-1F268458A624}"/>
              </a:ext>
            </a:extLst>
          </p:cNvPr>
          <p:cNvSpPr txBox="1"/>
          <p:nvPr userDrawn="1"/>
        </p:nvSpPr>
        <p:spPr>
          <a:xfrm>
            <a:off x="10148729" y="6430304"/>
            <a:ext cx="2043271" cy="276999"/>
          </a:xfrm>
          <a:prstGeom prst="rect">
            <a:avLst/>
          </a:prstGeom>
          <a:noFill/>
        </p:spPr>
        <p:txBody>
          <a:bodyPr wrap="square" rtlCol="0">
            <a:spAutoFit/>
          </a:bodyPr>
          <a:lstStyle/>
          <a:p>
            <a:r>
              <a:rPr lang="fr-CA" sz="1200">
                <a:solidFill>
                  <a:schemeClr val="bg1"/>
                </a:solidFill>
              </a:rPr>
              <a:t>Programmation Web serveur</a:t>
            </a:r>
          </a:p>
        </p:txBody>
      </p:sp>
    </p:spTree>
    <p:extLst>
      <p:ext uri="{BB962C8B-B14F-4D97-AF65-F5344CB8AC3E}">
        <p14:creationId xmlns:p14="http://schemas.microsoft.com/office/powerpoint/2010/main" val="1700848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9C41ED-D25E-48A9-9D4D-76EE7A54BDD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8FDD61D6-53A8-4C07-9B7E-3EEF53F67C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B60A44-AB43-4346-BF82-D4197620BDBA}"/>
              </a:ext>
            </a:extLst>
          </p:cNvPr>
          <p:cNvSpPr>
            <a:spLocks noGrp="1"/>
          </p:cNvSpPr>
          <p:nvPr>
            <p:ph type="dt" sz="half" idx="10"/>
          </p:nvPr>
        </p:nvSpPr>
        <p:spPr/>
        <p:txBody>
          <a:bodyPr/>
          <a:lstStyle/>
          <a:p>
            <a:fld id="{2CB66893-71A2-431C-8613-787F62F4DD81}" type="datetime1">
              <a:rPr lang="fr-CA" smtClean="0"/>
              <a:t>2025-08-20</a:t>
            </a:fld>
            <a:endParaRPr lang="fr-CA"/>
          </a:p>
        </p:txBody>
      </p:sp>
      <p:sp>
        <p:nvSpPr>
          <p:cNvPr id="5" name="Espace réservé du pied de page 4">
            <a:extLst>
              <a:ext uri="{FF2B5EF4-FFF2-40B4-BE49-F238E27FC236}">
                <a16:creationId xmlns:a16="http://schemas.microsoft.com/office/drawing/2014/main" id="{988072AF-F746-4BD8-BFB4-EB6184876AF9}"/>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01E2EC91-5709-49E5-B3AA-21348C12B0D9}"/>
              </a:ext>
            </a:extLst>
          </p:cNvPr>
          <p:cNvSpPr>
            <a:spLocks noGrp="1"/>
          </p:cNvSpPr>
          <p:nvPr>
            <p:ph type="sldNum" sz="quarter" idx="12"/>
          </p:nvPr>
        </p:nvSpPr>
        <p:spPr/>
        <p:txBody>
          <a:bodyPr/>
          <a:lstStyle/>
          <a:p>
            <a:fld id="{2020F84C-9946-46E9-9DDA-3085C065CD9A}" type="slidenum">
              <a:rPr lang="fr-CA" smtClean="0"/>
              <a:t>‹n°›</a:t>
            </a:fld>
            <a:endParaRPr lang="fr-CA"/>
          </a:p>
        </p:txBody>
      </p:sp>
    </p:spTree>
    <p:extLst>
      <p:ext uri="{BB962C8B-B14F-4D97-AF65-F5344CB8AC3E}">
        <p14:creationId xmlns:p14="http://schemas.microsoft.com/office/powerpoint/2010/main" val="71688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D80AEC-72AB-4628-A1CE-4D0DBAF8E251}"/>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E414F7F1-147D-40E9-A942-5C1BCC0212D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1F54090F-8318-40CE-96BF-92B9122F665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4B304C0D-B02B-4A5B-B615-25C64C0E073C}"/>
              </a:ext>
            </a:extLst>
          </p:cNvPr>
          <p:cNvSpPr>
            <a:spLocks noGrp="1"/>
          </p:cNvSpPr>
          <p:nvPr>
            <p:ph type="dt" sz="half" idx="10"/>
          </p:nvPr>
        </p:nvSpPr>
        <p:spPr/>
        <p:txBody>
          <a:bodyPr/>
          <a:lstStyle/>
          <a:p>
            <a:fld id="{523056AD-CC4A-4D95-890E-1B917F6A635E}" type="datetime1">
              <a:rPr lang="fr-CA" smtClean="0"/>
              <a:t>2025-08-20</a:t>
            </a:fld>
            <a:endParaRPr lang="fr-CA"/>
          </a:p>
        </p:txBody>
      </p:sp>
      <p:sp>
        <p:nvSpPr>
          <p:cNvPr id="6" name="Espace réservé du pied de page 5">
            <a:extLst>
              <a:ext uri="{FF2B5EF4-FFF2-40B4-BE49-F238E27FC236}">
                <a16:creationId xmlns:a16="http://schemas.microsoft.com/office/drawing/2014/main" id="{D0C362B9-A83F-427A-A949-EDA75F617BF6}"/>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496007AE-8D2C-41EE-B11B-282A6B227291}"/>
              </a:ext>
            </a:extLst>
          </p:cNvPr>
          <p:cNvSpPr>
            <a:spLocks noGrp="1"/>
          </p:cNvSpPr>
          <p:nvPr>
            <p:ph type="sldNum" sz="quarter" idx="12"/>
          </p:nvPr>
        </p:nvSpPr>
        <p:spPr/>
        <p:txBody>
          <a:bodyPr/>
          <a:lstStyle/>
          <a:p>
            <a:fld id="{2020F84C-9946-46E9-9DDA-3085C065CD9A}" type="slidenum">
              <a:rPr lang="fr-CA" smtClean="0"/>
              <a:t>‹n°›</a:t>
            </a:fld>
            <a:endParaRPr lang="fr-CA"/>
          </a:p>
        </p:txBody>
      </p:sp>
    </p:spTree>
    <p:extLst>
      <p:ext uri="{BB962C8B-B14F-4D97-AF65-F5344CB8AC3E}">
        <p14:creationId xmlns:p14="http://schemas.microsoft.com/office/powerpoint/2010/main" val="2782553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A4AB75-079B-4E6A-89B0-40B4BB017F10}"/>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B5F77A42-B0CA-4616-A4A8-0348891F8D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052495E-1524-467D-AE0C-5ED70A10BDF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D0FF82DA-C09E-4C74-8EC9-011D04AB2C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0E6B9ED-4825-43F9-A0E9-44ACD5F230F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0D12D7D1-008C-4E7F-AF21-891842942030}"/>
              </a:ext>
            </a:extLst>
          </p:cNvPr>
          <p:cNvSpPr>
            <a:spLocks noGrp="1"/>
          </p:cNvSpPr>
          <p:nvPr>
            <p:ph type="dt" sz="half" idx="10"/>
          </p:nvPr>
        </p:nvSpPr>
        <p:spPr/>
        <p:txBody>
          <a:bodyPr/>
          <a:lstStyle/>
          <a:p>
            <a:fld id="{341BB748-0AE7-468A-B714-3CFCFE8031DC}" type="datetime1">
              <a:rPr lang="fr-CA" smtClean="0"/>
              <a:t>2025-08-20</a:t>
            </a:fld>
            <a:endParaRPr lang="fr-CA"/>
          </a:p>
        </p:txBody>
      </p:sp>
      <p:sp>
        <p:nvSpPr>
          <p:cNvPr id="8" name="Espace réservé du pied de page 7">
            <a:extLst>
              <a:ext uri="{FF2B5EF4-FFF2-40B4-BE49-F238E27FC236}">
                <a16:creationId xmlns:a16="http://schemas.microsoft.com/office/drawing/2014/main" id="{401603A4-DA98-41A6-B8BA-65D6077706C2}"/>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C2860E5F-71C2-473B-8FDC-432C05C69023}"/>
              </a:ext>
            </a:extLst>
          </p:cNvPr>
          <p:cNvSpPr>
            <a:spLocks noGrp="1"/>
          </p:cNvSpPr>
          <p:nvPr>
            <p:ph type="sldNum" sz="quarter" idx="12"/>
          </p:nvPr>
        </p:nvSpPr>
        <p:spPr/>
        <p:txBody>
          <a:bodyPr/>
          <a:lstStyle/>
          <a:p>
            <a:fld id="{2020F84C-9946-46E9-9DDA-3085C065CD9A}" type="slidenum">
              <a:rPr lang="fr-CA" smtClean="0"/>
              <a:t>‹n°›</a:t>
            </a:fld>
            <a:endParaRPr lang="fr-CA"/>
          </a:p>
        </p:txBody>
      </p:sp>
    </p:spTree>
    <p:extLst>
      <p:ext uri="{BB962C8B-B14F-4D97-AF65-F5344CB8AC3E}">
        <p14:creationId xmlns:p14="http://schemas.microsoft.com/office/powerpoint/2010/main" val="2527311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70F612-C882-427E-B401-11016722E6D1}"/>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23A8A36E-4663-4796-8210-B2A8B73665C4}"/>
              </a:ext>
            </a:extLst>
          </p:cNvPr>
          <p:cNvSpPr>
            <a:spLocks noGrp="1"/>
          </p:cNvSpPr>
          <p:nvPr>
            <p:ph type="dt" sz="half" idx="10"/>
          </p:nvPr>
        </p:nvSpPr>
        <p:spPr/>
        <p:txBody>
          <a:bodyPr/>
          <a:lstStyle/>
          <a:p>
            <a:fld id="{78B399CD-BB39-42B6-9385-C4F946FBFC0B}" type="datetime1">
              <a:rPr lang="fr-CA" smtClean="0"/>
              <a:t>2025-08-20</a:t>
            </a:fld>
            <a:endParaRPr lang="fr-CA"/>
          </a:p>
        </p:txBody>
      </p:sp>
      <p:sp>
        <p:nvSpPr>
          <p:cNvPr id="4" name="Espace réservé du pied de page 3">
            <a:extLst>
              <a:ext uri="{FF2B5EF4-FFF2-40B4-BE49-F238E27FC236}">
                <a16:creationId xmlns:a16="http://schemas.microsoft.com/office/drawing/2014/main" id="{5661C43D-C62F-402A-90CA-83E3EB7538F2}"/>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873339A0-DE02-4727-91EF-3B2F7CCF0370}"/>
              </a:ext>
            </a:extLst>
          </p:cNvPr>
          <p:cNvSpPr>
            <a:spLocks noGrp="1"/>
          </p:cNvSpPr>
          <p:nvPr>
            <p:ph type="sldNum" sz="quarter" idx="12"/>
          </p:nvPr>
        </p:nvSpPr>
        <p:spPr/>
        <p:txBody>
          <a:bodyPr/>
          <a:lstStyle/>
          <a:p>
            <a:fld id="{2020F84C-9946-46E9-9DDA-3085C065CD9A}" type="slidenum">
              <a:rPr lang="fr-CA" smtClean="0"/>
              <a:t>‹n°›</a:t>
            </a:fld>
            <a:endParaRPr lang="fr-CA"/>
          </a:p>
        </p:txBody>
      </p:sp>
    </p:spTree>
    <p:extLst>
      <p:ext uri="{BB962C8B-B14F-4D97-AF65-F5344CB8AC3E}">
        <p14:creationId xmlns:p14="http://schemas.microsoft.com/office/powerpoint/2010/main" val="3002088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4F81E63-9630-443B-BFB6-0247E3D6FC5F}"/>
              </a:ext>
            </a:extLst>
          </p:cNvPr>
          <p:cNvSpPr>
            <a:spLocks noGrp="1"/>
          </p:cNvSpPr>
          <p:nvPr>
            <p:ph type="dt" sz="half" idx="10"/>
          </p:nvPr>
        </p:nvSpPr>
        <p:spPr/>
        <p:txBody>
          <a:bodyPr/>
          <a:lstStyle/>
          <a:p>
            <a:fld id="{F4480144-2959-41D6-9D5A-456843BEFC5B}" type="datetime1">
              <a:rPr lang="fr-CA" smtClean="0"/>
              <a:t>2025-08-20</a:t>
            </a:fld>
            <a:endParaRPr lang="fr-CA"/>
          </a:p>
        </p:txBody>
      </p:sp>
      <p:sp>
        <p:nvSpPr>
          <p:cNvPr id="3" name="Espace réservé du pied de page 2">
            <a:extLst>
              <a:ext uri="{FF2B5EF4-FFF2-40B4-BE49-F238E27FC236}">
                <a16:creationId xmlns:a16="http://schemas.microsoft.com/office/drawing/2014/main" id="{2EBBED5E-68DB-40B2-8D24-23E47B6E8996}"/>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3457F941-B1F9-4F11-90FC-1D3FD5AF4CEC}"/>
              </a:ext>
            </a:extLst>
          </p:cNvPr>
          <p:cNvSpPr>
            <a:spLocks noGrp="1"/>
          </p:cNvSpPr>
          <p:nvPr>
            <p:ph type="sldNum" sz="quarter" idx="12"/>
          </p:nvPr>
        </p:nvSpPr>
        <p:spPr/>
        <p:txBody>
          <a:bodyPr/>
          <a:lstStyle/>
          <a:p>
            <a:fld id="{2020F84C-9946-46E9-9DDA-3085C065CD9A}" type="slidenum">
              <a:rPr lang="fr-CA" smtClean="0"/>
              <a:t>‹n°›</a:t>
            </a:fld>
            <a:endParaRPr lang="fr-CA"/>
          </a:p>
        </p:txBody>
      </p:sp>
    </p:spTree>
    <p:extLst>
      <p:ext uri="{BB962C8B-B14F-4D97-AF65-F5344CB8AC3E}">
        <p14:creationId xmlns:p14="http://schemas.microsoft.com/office/powerpoint/2010/main" val="28866078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5BC09E-16AC-4580-98E9-02418EB0D4D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55B98FD4-2116-4EA0-8D87-B3BD714B18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3F266672-9C75-44FB-87B4-E3F68CA6AF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9E985F3-C3E6-495C-A993-1096E76DF19D}"/>
              </a:ext>
            </a:extLst>
          </p:cNvPr>
          <p:cNvSpPr>
            <a:spLocks noGrp="1"/>
          </p:cNvSpPr>
          <p:nvPr>
            <p:ph type="dt" sz="half" idx="10"/>
          </p:nvPr>
        </p:nvSpPr>
        <p:spPr/>
        <p:txBody>
          <a:bodyPr/>
          <a:lstStyle/>
          <a:p>
            <a:fld id="{BBCAD574-E150-4764-9ABA-56F32634ABC3}" type="datetime1">
              <a:rPr lang="fr-CA" smtClean="0"/>
              <a:t>2025-08-20</a:t>
            </a:fld>
            <a:endParaRPr lang="fr-CA"/>
          </a:p>
        </p:txBody>
      </p:sp>
      <p:sp>
        <p:nvSpPr>
          <p:cNvPr id="6" name="Espace réservé du pied de page 5">
            <a:extLst>
              <a:ext uri="{FF2B5EF4-FFF2-40B4-BE49-F238E27FC236}">
                <a16:creationId xmlns:a16="http://schemas.microsoft.com/office/drawing/2014/main" id="{FB8F7EB4-97A1-468E-9A2A-D45CCA97925B}"/>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4A65E4DC-84FA-481E-B5B5-AE5FBCB3897D}"/>
              </a:ext>
            </a:extLst>
          </p:cNvPr>
          <p:cNvSpPr>
            <a:spLocks noGrp="1"/>
          </p:cNvSpPr>
          <p:nvPr>
            <p:ph type="sldNum" sz="quarter" idx="12"/>
          </p:nvPr>
        </p:nvSpPr>
        <p:spPr/>
        <p:txBody>
          <a:bodyPr/>
          <a:lstStyle/>
          <a:p>
            <a:fld id="{2020F84C-9946-46E9-9DDA-3085C065CD9A}" type="slidenum">
              <a:rPr lang="fr-CA" smtClean="0"/>
              <a:t>‹n°›</a:t>
            </a:fld>
            <a:endParaRPr lang="fr-CA"/>
          </a:p>
        </p:txBody>
      </p:sp>
    </p:spTree>
    <p:extLst>
      <p:ext uri="{BB962C8B-B14F-4D97-AF65-F5344CB8AC3E}">
        <p14:creationId xmlns:p14="http://schemas.microsoft.com/office/powerpoint/2010/main" val="2439968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2B65F8-C7CE-4E86-9B84-F937626F4B9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8BBAD515-97BC-4396-B264-714571E6E7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72F7CF64-5CE5-481C-820B-3C30C99A63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F671854-DBA6-4F00-BD4C-FB18B8E96F16}"/>
              </a:ext>
            </a:extLst>
          </p:cNvPr>
          <p:cNvSpPr>
            <a:spLocks noGrp="1"/>
          </p:cNvSpPr>
          <p:nvPr>
            <p:ph type="dt" sz="half" idx="10"/>
          </p:nvPr>
        </p:nvSpPr>
        <p:spPr/>
        <p:txBody>
          <a:bodyPr/>
          <a:lstStyle/>
          <a:p>
            <a:fld id="{D07ADC33-0414-4C43-BD4A-5F16C516E264}" type="datetime1">
              <a:rPr lang="fr-CA" smtClean="0"/>
              <a:t>2025-08-20</a:t>
            </a:fld>
            <a:endParaRPr lang="fr-CA"/>
          </a:p>
        </p:txBody>
      </p:sp>
      <p:sp>
        <p:nvSpPr>
          <p:cNvPr id="6" name="Espace réservé du pied de page 5">
            <a:extLst>
              <a:ext uri="{FF2B5EF4-FFF2-40B4-BE49-F238E27FC236}">
                <a16:creationId xmlns:a16="http://schemas.microsoft.com/office/drawing/2014/main" id="{DCEF3AB8-DD63-44E1-A4D1-A3F0D8CB3889}"/>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C366CFB5-D9B4-4ABE-836A-6D70EC297008}"/>
              </a:ext>
            </a:extLst>
          </p:cNvPr>
          <p:cNvSpPr>
            <a:spLocks noGrp="1"/>
          </p:cNvSpPr>
          <p:nvPr>
            <p:ph type="sldNum" sz="quarter" idx="12"/>
          </p:nvPr>
        </p:nvSpPr>
        <p:spPr/>
        <p:txBody>
          <a:bodyPr/>
          <a:lstStyle/>
          <a:p>
            <a:fld id="{2020F84C-9946-46E9-9DDA-3085C065CD9A}" type="slidenum">
              <a:rPr lang="fr-CA" smtClean="0"/>
              <a:t>‹n°›</a:t>
            </a:fld>
            <a:endParaRPr lang="fr-CA"/>
          </a:p>
        </p:txBody>
      </p:sp>
    </p:spTree>
    <p:extLst>
      <p:ext uri="{BB962C8B-B14F-4D97-AF65-F5344CB8AC3E}">
        <p14:creationId xmlns:p14="http://schemas.microsoft.com/office/powerpoint/2010/main" val="38449898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669598-C04C-41D2-88E4-477DD5335D50}"/>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AEB85027-2B50-42AA-9F34-7E59B1723ED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1030932D-562E-4E34-BDFD-D32FFDFA498A}"/>
              </a:ext>
            </a:extLst>
          </p:cNvPr>
          <p:cNvSpPr>
            <a:spLocks noGrp="1"/>
          </p:cNvSpPr>
          <p:nvPr>
            <p:ph type="dt" sz="half" idx="10"/>
          </p:nvPr>
        </p:nvSpPr>
        <p:spPr/>
        <p:txBody>
          <a:bodyPr/>
          <a:lstStyle/>
          <a:p>
            <a:fld id="{40C953F8-1BBE-4F9A-909B-B3409BCDC246}" type="datetime1">
              <a:rPr lang="fr-CA" smtClean="0"/>
              <a:t>2025-08-20</a:t>
            </a:fld>
            <a:endParaRPr lang="fr-CA"/>
          </a:p>
        </p:txBody>
      </p:sp>
      <p:sp>
        <p:nvSpPr>
          <p:cNvPr id="5" name="Espace réservé du pied de page 4">
            <a:extLst>
              <a:ext uri="{FF2B5EF4-FFF2-40B4-BE49-F238E27FC236}">
                <a16:creationId xmlns:a16="http://schemas.microsoft.com/office/drawing/2014/main" id="{3C3B97E7-0FA9-4CD8-BE73-3043EAE7BBA4}"/>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3C3DC530-611B-4C7A-9DCE-05A7C2591733}"/>
              </a:ext>
            </a:extLst>
          </p:cNvPr>
          <p:cNvSpPr>
            <a:spLocks noGrp="1"/>
          </p:cNvSpPr>
          <p:nvPr>
            <p:ph type="sldNum" sz="quarter" idx="12"/>
          </p:nvPr>
        </p:nvSpPr>
        <p:spPr/>
        <p:txBody>
          <a:bodyPr/>
          <a:lstStyle/>
          <a:p>
            <a:fld id="{2020F84C-9946-46E9-9DDA-3085C065CD9A}" type="slidenum">
              <a:rPr lang="fr-CA" smtClean="0"/>
              <a:t>‹n°›</a:t>
            </a:fld>
            <a:endParaRPr lang="fr-CA"/>
          </a:p>
        </p:txBody>
      </p:sp>
    </p:spTree>
    <p:extLst>
      <p:ext uri="{BB962C8B-B14F-4D97-AF65-F5344CB8AC3E}">
        <p14:creationId xmlns:p14="http://schemas.microsoft.com/office/powerpoint/2010/main" val="3623877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20621F0-12FA-4B42-9B59-6AD8AB923749}"/>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B98E27AD-BE88-474D-849B-C509C71E86C1}"/>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00686500-57F4-4942-93C9-5094AD663887}"/>
              </a:ext>
            </a:extLst>
          </p:cNvPr>
          <p:cNvSpPr>
            <a:spLocks noGrp="1"/>
          </p:cNvSpPr>
          <p:nvPr>
            <p:ph type="dt" sz="half" idx="10"/>
          </p:nvPr>
        </p:nvSpPr>
        <p:spPr/>
        <p:txBody>
          <a:bodyPr/>
          <a:lstStyle/>
          <a:p>
            <a:fld id="{90867F2F-BEDA-42DF-9FF5-C7041BD9C99D}" type="datetime1">
              <a:rPr lang="fr-CA" smtClean="0"/>
              <a:t>2025-08-20</a:t>
            </a:fld>
            <a:endParaRPr lang="fr-CA"/>
          </a:p>
        </p:txBody>
      </p:sp>
      <p:sp>
        <p:nvSpPr>
          <p:cNvPr id="5" name="Espace réservé du pied de page 4">
            <a:extLst>
              <a:ext uri="{FF2B5EF4-FFF2-40B4-BE49-F238E27FC236}">
                <a16:creationId xmlns:a16="http://schemas.microsoft.com/office/drawing/2014/main" id="{028A004B-00F4-41CD-9412-748A25331D6D}"/>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E502B891-CB44-4F08-BC43-2F0FDC09CC7A}"/>
              </a:ext>
            </a:extLst>
          </p:cNvPr>
          <p:cNvSpPr>
            <a:spLocks noGrp="1"/>
          </p:cNvSpPr>
          <p:nvPr>
            <p:ph type="sldNum" sz="quarter" idx="12"/>
          </p:nvPr>
        </p:nvSpPr>
        <p:spPr/>
        <p:txBody>
          <a:bodyPr/>
          <a:lstStyle/>
          <a:p>
            <a:fld id="{2020F84C-9946-46E9-9DDA-3085C065CD9A}" type="slidenum">
              <a:rPr lang="fr-CA" smtClean="0"/>
              <a:t>‹n°›</a:t>
            </a:fld>
            <a:endParaRPr lang="fr-CA"/>
          </a:p>
        </p:txBody>
      </p:sp>
    </p:spTree>
    <p:extLst>
      <p:ext uri="{BB962C8B-B14F-4D97-AF65-F5344CB8AC3E}">
        <p14:creationId xmlns:p14="http://schemas.microsoft.com/office/powerpoint/2010/main" val="3932214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29C0FB0-A966-4F69-9A46-F202225D77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0221FAC4-AAF6-4C69-A98C-1C2AE7FE94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7C09277F-787B-42C2-90EA-DDA083330B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F98F2B-8F46-4F6A-9C87-BEB03E6828CF}" type="datetime1">
              <a:rPr lang="fr-CA" smtClean="0"/>
              <a:t>2025-08-20</a:t>
            </a:fld>
            <a:endParaRPr lang="fr-CA"/>
          </a:p>
        </p:txBody>
      </p:sp>
      <p:sp>
        <p:nvSpPr>
          <p:cNvPr id="5" name="Espace réservé du pied de page 4">
            <a:extLst>
              <a:ext uri="{FF2B5EF4-FFF2-40B4-BE49-F238E27FC236}">
                <a16:creationId xmlns:a16="http://schemas.microsoft.com/office/drawing/2014/main" id="{4A0C139A-6638-4528-9476-553ED8CFF1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9D83808F-17DA-45A8-967B-04EFBCAD1F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20F84C-9946-46E9-9DDA-3085C065CD9A}" type="slidenum">
              <a:rPr lang="fr-CA" smtClean="0"/>
              <a:t>‹n°›</a:t>
            </a:fld>
            <a:endParaRPr lang="fr-CA"/>
          </a:p>
        </p:txBody>
      </p:sp>
    </p:spTree>
    <p:extLst>
      <p:ext uri="{BB962C8B-B14F-4D97-AF65-F5344CB8AC3E}">
        <p14:creationId xmlns:p14="http://schemas.microsoft.com/office/powerpoint/2010/main" val="3355918016"/>
      </p:ext>
    </p:extLst>
  </p:cSld>
  <p:clrMap bg1="lt1" tx1="dk1" bg2="lt2" tx2="dk2" accent1="accent1" accent2="accent2" accent3="accent3" accent4="accent4" accent5="accent5" accent6="accent6" hlink="hlink" folHlink="folHlink"/>
  <p:sldLayoutIdLst>
    <p:sldLayoutId id="2147483649" r:id="rId1"/>
    <p:sldLayoutId id="2147483663" r:id="rId2"/>
    <p:sldLayoutId id="2147483660" r:id="rId3"/>
    <p:sldLayoutId id="2147483650" r:id="rId4"/>
    <p:sldLayoutId id="2147483661" r:id="rId5"/>
    <p:sldLayoutId id="2147483662"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6.xml"/><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hyperlink" Target="https://www.w3schools.com/cssref/" TargetMode="External"/><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6.xml"/><Relationship Id="rId5" Type="http://schemas.openxmlformats.org/officeDocument/2006/relationships/image" Target="../media/image63.png"/><Relationship Id="rId4" Type="http://schemas.openxmlformats.org/officeDocument/2006/relationships/image" Target="../media/image62.png"/></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6.xml"/><Relationship Id="rId4" Type="http://schemas.openxmlformats.org/officeDocument/2006/relationships/image" Target="../media/image66.png"/></Relationships>
</file>

<file path=ppt/slides/_rels/slide2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6.xml"/><Relationship Id="rId5" Type="http://schemas.openxmlformats.org/officeDocument/2006/relationships/image" Target="../media/image69.png"/><Relationship Id="rId4" Type="http://schemas.openxmlformats.org/officeDocument/2006/relationships/hyperlink" Target="https://htmlcolorcodes.com/color-picker/"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7B31B56-C10C-4639-AF01-1A516C58EC6E}"/>
              </a:ext>
            </a:extLst>
          </p:cNvPr>
          <p:cNvSpPr>
            <a:spLocks noGrp="1"/>
          </p:cNvSpPr>
          <p:nvPr>
            <p:ph idx="1"/>
          </p:nvPr>
        </p:nvSpPr>
        <p:spPr>
          <a:xfrm>
            <a:off x="747409" y="1853065"/>
            <a:ext cx="10515600" cy="5147506"/>
          </a:xfrm>
        </p:spPr>
        <p:txBody>
          <a:bodyPr>
            <a:normAutofit/>
          </a:bodyPr>
          <a:lstStyle/>
          <a:p>
            <a:pPr marL="0" indent="0" algn="ctr">
              <a:buNone/>
            </a:pPr>
            <a:r>
              <a:rPr lang="fr-CA" sz="6600"/>
              <a:t>Introduction à CSS</a:t>
            </a:r>
          </a:p>
        </p:txBody>
      </p:sp>
      <p:pic>
        <p:nvPicPr>
          <p:cNvPr id="7" name="Image 6">
            <a:extLst>
              <a:ext uri="{FF2B5EF4-FFF2-40B4-BE49-F238E27FC236}">
                <a16:creationId xmlns:a16="http://schemas.microsoft.com/office/drawing/2014/main" id="{ECDBAD6A-3C49-4ECC-996B-DA53C1D283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8781" y="2827505"/>
            <a:ext cx="1997245" cy="2817779"/>
          </a:xfrm>
          <a:prstGeom prst="rect">
            <a:avLst/>
          </a:prstGeom>
        </p:spPr>
      </p:pic>
    </p:spTree>
    <p:extLst>
      <p:ext uri="{BB962C8B-B14F-4D97-AF65-F5344CB8AC3E}">
        <p14:creationId xmlns:p14="http://schemas.microsoft.com/office/powerpoint/2010/main" val="159620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2BA36E-5FE2-4F1A-B788-19D84BD1B76B}"/>
              </a:ext>
            </a:extLst>
          </p:cNvPr>
          <p:cNvSpPr>
            <a:spLocks noGrp="1"/>
          </p:cNvSpPr>
          <p:nvPr>
            <p:ph type="title"/>
          </p:nvPr>
        </p:nvSpPr>
        <p:spPr/>
        <p:txBody>
          <a:bodyPr/>
          <a:lstStyle/>
          <a:p>
            <a:r>
              <a:rPr lang="fr-CA"/>
              <a:t>C’est quoi CSS ?</a:t>
            </a:r>
          </a:p>
        </p:txBody>
      </p:sp>
      <p:sp>
        <p:nvSpPr>
          <p:cNvPr id="3" name="Espace réservé du contenu 2">
            <a:extLst>
              <a:ext uri="{FF2B5EF4-FFF2-40B4-BE49-F238E27FC236}">
                <a16:creationId xmlns:a16="http://schemas.microsoft.com/office/drawing/2014/main" id="{E2BB3440-918A-46C9-BD45-407A75B7CBB6}"/>
              </a:ext>
            </a:extLst>
          </p:cNvPr>
          <p:cNvSpPr>
            <a:spLocks noGrp="1"/>
          </p:cNvSpPr>
          <p:nvPr>
            <p:ph idx="1"/>
          </p:nvPr>
        </p:nvSpPr>
        <p:spPr/>
        <p:txBody>
          <a:bodyPr/>
          <a:lstStyle/>
          <a:p>
            <a:r>
              <a:rPr lang="fr-CA"/>
              <a:t>C.S.S.</a:t>
            </a:r>
          </a:p>
          <a:p>
            <a:pPr marL="0" indent="0">
              <a:buNone/>
            </a:pPr>
            <a:r>
              <a:rPr lang="fr-CA"/>
              <a:t>→ </a:t>
            </a:r>
            <a:r>
              <a:rPr lang="fr-CA" b="1"/>
              <a:t>C</a:t>
            </a:r>
            <a:r>
              <a:rPr lang="fr-CA"/>
              <a:t>ascading </a:t>
            </a:r>
            <a:r>
              <a:rPr lang="fr-CA" b="1"/>
              <a:t>S</a:t>
            </a:r>
            <a:r>
              <a:rPr lang="fr-CA"/>
              <a:t>tyle </a:t>
            </a:r>
            <a:r>
              <a:rPr lang="fr-CA" b="1"/>
              <a:t>S</a:t>
            </a:r>
            <a:r>
              <a:rPr lang="fr-CA"/>
              <a:t>heet ( ͡❛ ͜ʖ ͡❛)</a:t>
            </a:r>
          </a:p>
          <a:p>
            <a:pPr lvl="1"/>
            <a:endParaRPr lang="fr-CA"/>
          </a:p>
          <a:p>
            <a:r>
              <a:rPr lang="fr-CA"/>
              <a:t>Décrit comment les éléments HTML doivent être affichés. (Couleur, taille, bordures, position, etc.)</a:t>
            </a:r>
          </a:p>
          <a:p>
            <a:pPr lvl="1"/>
            <a:endParaRPr lang="fr-CA"/>
          </a:p>
          <a:p>
            <a:r>
              <a:rPr lang="fr-CA"/>
              <a:t>Peut décrire l’affichage de plusieurs pages à la fois ! (Économie de temps et de code)</a:t>
            </a:r>
          </a:p>
          <a:p>
            <a:endParaRPr lang="fr-CA"/>
          </a:p>
          <a:p>
            <a:r>
              <a:rPr lang="fr-CA"/>
              <a:t>Fonctionne avec des </a:t>
            </a:r>
            <a:r>
              <a:rPr lang="fr-CA">
                <a:solidFill>
                  <a:srgbClr val="F75A3B"/>
                </a:solidFill>
              </a:rPr>
              <a:t>sélecteurs </a:t>
            </a:r>
            <a:r>
              <a:rPr lang="fr-CA"/>
              <a:t>et des </a:t>
            </a:r>
            <a:r>
              <a:rPr lang="fr-CA">
                <a:solidFill>
                  <a:srgbClr val="F75A3B"/>
                </a:solidFill>
              </a:rPr>
              <a:t>règles</a:t>
            </a:r>
            <a:r>
              <a:rPr lang="fr-CA"/>
              <a:t>.</a:t>
            </a:r>
          </a:p>
        </p:txBody>
      </p:sp>
    </p:spTree>
    <p:extLst>
      <p:ext uri="{BB962C8B-B14F-4D97-AF65-F5344CB8AC3E}">
        <p14:creationId xmlns:p14="http://schemas.microsoft.com/office/powerpoint/2010/main" val="1743848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816EE4-82C2-4733-83B8-70549FFBB5BE}"/>
              </a:ext>
            </a:extLst>
          </p:cNvPr>
          <p:cNvSpPr>
            <a:spLocks noGrp="1"/>
          </p:cNvSpPr>
          <p:nvPr>
            <p:ph type="title"/>
          </p:nvPr>
        </p:nvSpPr>
        <p:spPr/>
        <p:txBody>
          <a:bodyPr/>
          <a:lstStyle/>
          <a:p>
            <a:r>
              <a:rPr lang="fr-CA"/>
              <a:t>C’est quoi CSS ?</a:t>
            </a:r>
          </a:p>
        </p:txBody>
      </p:sp>
      <p:sp>
        <p:nvSpPr>
          <p:cNvPr id="3" name="Espace réservé du contenu 2">
            <a:extLst>
              <a:ext uri="{FF2B5EF4-FFF2-40B4-BE49-F238E27FC236}">
                <a16:creationId xmlns:a16="http://schemas.microsoft.com/office/drawing/2014/main" id="{54FDE5DB-E04E-433C-98C5-464D776666C9}"/>
              </a:ext>
            </a:extLst>
          </p:cNvPr>
          <p:cNvSpPr>
            <a:spLocks noGrp="1"/>
          </p:cNvSpPr>
          <p:nvPr>
            <p:ph idx="1"/>
          </p:nvPr>
        </p:nvSpPr>
        <p:spPr/>
        <p:txBody>
          <a:bodyPr/>
          <a:lstStyle/>
          <a:p>
            <a:r>
              <a:rPr lang="fr-CA"/>
              <a:t>Exemple simple :</a:t>
            </a:r>
          </a:p>
          <a:p>
            <a:endParaRPr lang="fr-CA"/>
          </a:p>
          <a:p>
            <a:endParaRPr lang="fr-CA"/>
          </a:p>
          <a:p>
            <a:endParaRPr lang="fr-CA"/>
          </a:p>
          <a:p>
            <a:pPr marL="457200" lvl="1" indent="0">
              <a:buNone/>
            </a:pPr>
            <a:r>
              <a:rPr lang="fr-CA" b="1">
                <a:solidFill>
                  <a:srgbClr val="F75A3B"/>
                </a:solidFill>
                <a:latin typeface="Courier New" panose="02070309020205020404" pitchFamily="49" charset="0"/>
                <a:cs typeface="Courier New" panose="02070309020205020404" pitchFamily="49" charset="0"/>
              </a:rPr>
              <a:t>color:violet; </a:t>
            </a:r>
            <a:r>
              <a:rPr lang="fr-CA"/>
              <a:t>est un petit morceau de CSS qui change</a:t>
            </a:r>
          </a:p>
          <a:p>
            <a:pPr marL="457200" lvl="1" indent="0">
              <a:buNone/>
            </a:pPr>
            <a:r>
              <a:rPr lang="fr-CA"/>
              <a:t>le style de notre paragraphe.</a:t>
            </a:r>
          </a:p>
        </p:txBody>
      </p:sp>
      <p:cxnSp>
        <p:nvCxnSpPr>
          <p:cNvPr id="9" name="Connecteur droit avec flèche 8">
            <a:extLst>
              <a:ext uri="{FF2B5EF4-FFF2-40B4-BE49-F238E27FC236}">
                <a16:creationId xmlns:a16="http://schemas.microsoft.com/office/drawing/2014/main" id="{DFB80451-862A-4229-9C11-AEC3AED848D8}"/>
              </a:ext>
            </a:extLst>
          </p:cNvPr>
          <p:cNvCxnSpPr>
            <a:cxnSpLocks/>
          </p:cNvCxnSpPr>
          <p:nvPr/>
        </p:nvCxnSpPr>
        <p:spPr>
          <a:xfrm>
            <a:off x="7394643" y="2276128"/>
            <a:ext cx="1042480" cy="0"/>
          </a:xfrm>
          <a:prstGeom prst="straightConnector1">
            <a:avLst/>
          </a:prstGeom>
          <a:ln w="76200">
            <a:solidFill>
              <a:srgbClr val="81ADB6"/>
            </a:solidFill>
            <a:tailEnd type="triangle"/>
          </a:ln>
        </p:spPr>
        <p:style>
          <a:lnRef idx="1">
            <a:schemeClr val="accent1"/>
          </a:lnRef>
          <a:fillRef idx="0">
            <a:schemeClr val="accent1"/>
          </a:fillRef>
          <a:effectRef idx="0">
            <a:schemeClr val="accent1"/>
          </a:effectRef>
          <a:fontRef idx="minor">
            <a:schemeClr val="tx1"/>
          </a:fontRef>
        </p:style>
      </p:cxnSp>
      <p:pic>
        <p:nvPicPr>
          <p:cNvPr id="12" name="Image 11">
            <a:extLst>
              <a:ext uri="{FF2B5EF4-FFF2-40B4-BE49-F238E27FC236}">
                <a16:creationId xmlns:a16="http://schemas.microsoft.com/office/drawing/2014/main" id="{99BC8954-A433-4BA2-B50F-2F6DF52ED93E}"/>
              </a:ext>
            </a:extLst>
          </p:cNvPr>
          <p:cNvPicPr>
            <a:picLocks noChangeAspect="1"/>
          </p:cNvPicPr>
          <p:nvPr/>
        </p:nvPicPr>
        <p:blipFill>
          <a:blip r:embed="rId2"/>
          <a:stretch>
            <a:fillRect/>
          </a:stretch>
        </p:blipFill>
        <p:spPr>
          <a:xfrm>
            <a:off x="501333" y="2150387"/>
            <a:ext cx="6607113" cy="251482"/>
          </a:xfrm>
          <a:prstGeom prst="rect">
            <a:avLst/>
          </a:prstGeom>
          <a:ln w="38100">
            <a:solidFill>
              <a:srgbClr val="81ADB6"/>
            </a:solidFill>
          </a:ln>
        </p:spPr>
      </p:pic>
      <p:pic>
        <p:nvPicPr>
          <p:cNvPr id="5" name="Image 4">
            <a:extLst>
              <a:ext uri="{FF2B5EF4-FFF2-40B4-BE49-F238E27FC236}">
                <a16:creationId xmlns:a16="http://schemas.microsoft.com/office/drawing/2014/main" id="{96D3FF94-5773-4236-AD4A-5E57AA8EDB81}"/>
              </a:ext>
            </a:extLst>
          </p:cNvPr>
          <p:cNvPicPr>
            <a:picLocks noChangeAspect="1"/>
          </p:cNvPicPr>
          <p:nvPr/>
        </p:nvPicPr>
        <p:blipFill>
          <a:blip r:embed="rId3"/>
          <a:stretch>
            <a:fillRect/>
          </a:stretch>
        </p:blipFill>
        <p:spPr>
          <a:xfrm>
            <a:off x="8773990" y="1776974"/>
            <a:ext cx="2537680" cy="998307"/>
          </a:xfrm>
          <a:prstGeom prst="rect">
            <a:avLst/>
          </a:prstGeom>
          <a:ln w="38100">
            <a:solidFill>
              <a:srgbClr val="81ADB6"/>
            </a:solidFill>
          </a:ln>
        </p:spPr>
      </p:pic>
    </p:spTree>
    <p:extLst>
      <p:ext uri="{BB962C8B-B14F-4D97-AF65-F5344CB8AC3E}">
        <p14:creationId xmlns:p14="http://schemas.microsoft.com/office/powerpoint/2010/main" val="889775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C91889-4749-48DC-A96C-68987D8304F4}"/>
              </a:ext>
            </a:extLst>
          </p:cNvPr>
          <p:cNvSpPr>
            <a:spLocks noGrp="1"/>
          </p:cNvSpPr>
          <p:nvPr>
            <p:ph type="title"/>
          </p:nvPr>
        </p:nvSpPr>
        <p:spPr/>
        <p:txBody>
          <a:bodyPr/>
          <a:lstStyle/>
          <a:p>
            <a:r>
              <a:rPr lang="fr-CA"/>
              <a:t>Syntaxe de CSS</a:t>
            </a:r>
          </a:p>
        </p:txBody>
      </p:sp>
      <p:sp>
        <p:nvSpPr>
          <p:cNvPr id="3" name="Espace réservé du contenu 2">
            <a:extLst>
              <a:ext uri="{FF2B5EF4-FFF2-40B4-BE49-F238E27FC236}">
                <a16:creationId xmlns:a16="http://schemas.microsoft.com/office/drawing/2014/main" id="{A86FB714-2D6B-4141-B96B-D5FDD6070A60}"/>
              </a:ext>
            </a:extLst>
          </p:cNvPr>
          <p:cNvSpPr>
            <a:spLocks noGrp="1"/>
          </p:cNvSpPr>
          <p:nvPr>
            <p:ph idx="1"/>
          </p:nvPr>
        </p:nvSpPr>
        <p:spPr/>
        <p:txBody>
          <a:bodyPr/>
          <a:lstStyle/>
          <a:p>
            <a:r>
              <a:rPr lang="fr-CA"/>
              <a:t>Chaque modification appliquée à un élément est représentée par une règle</a:t>
            </a:r>
          </a:p>
          <a:p>
            <a:pPr lvl="1"/>
            <a:r>
              <a:rPr lang="fr-CA"/>
              <a:t>Cette règle est composée d’un </a:t>
            </a:r>
            <a:r>
              <a:rPr lang="fr-CA" b="1">
                <a:solidFill>
                  <a:srgbClr val="F75A3B"/>
                </a:solidFill>
              </a:rPr>
              <a:t>attribut</a:t>
            </a:r>
            <a:r>
              <a:rPr lang="fr-CA"/>
              <a:t> et d’une </a:t>
            </a:r>
            <a:r>
              <a:rPr lang="fr-CA" b="1">
                <a:solidFill>
                  <a:srgbClr val="DDAB5B"/>
                </a:solidFill>
              </a:rPr>
              <a:t>valeur</a:t>
            </a:r>
            <a:r>
              <a:rPr lang="fr-CA"/>
              <a:t> :</a:t>
            </a:r>
          </a:p>
          <a:p>
            <a:pPr lvl="1"/>
            <a:r>
              <a:rPr lang="fr-CA"/>
              <a:t>Quelques exemples :</a:t>
            </a:r>
          </a:p>
          <a:p>
            <a:pPr lvl="1"/>
            <a:endParaRPr lang="fr-CA"/>
          </a:p>
          <a:p>
            <a:pPr marL="457200" lvl="1" indent="0">
              <a:buNone/>
            </a:pPr>
            <a:r>
              <a:rPr lang="fr-CA" dirty="0" err="1">
                <a:solidFill>
                  <a:srgbClr val="F75A3B"/>
                </a:solidFill>
              </a:rPr>
              <a:t>color</a:t>
            </a:r>
            <a:r>
              <a:rPr lang="fr-CA"/>
              <a:t> </a:t>
            </a:r>
            <a:r>
              <a:rPr lang="fr-CA" sz="2800" b="1" dirty="0"/>
              <a:t>:</a:t>
            </a:r>
            <a:r>
              <a:rPr lang="fr-CA"/>
              <a:t> </a:t>
            </a:r>
            <a:r>
              <a:rPr lang="fr-CA" dirty="0" err="1">
                <a:solidFill>
                  <a:srgbClr val="DDAB5B"/>
                </a:solidFill>
              </a:rPr>
              <a:t>blue</a:t>
            </a:r>
            <a:r>
              <a:rPr lang="fr-CA"/>
              <a:t> </a:t>
            </a:r>
            <a:r>
              <a:rPr lang="fr-CA" sz="2800" b="1" dirty="0"/>
              <a:t>;</a:t>
            </a:r>
          </a:p>
          <a:p>
            <a:pPr marL="457200" lvl="1" indent="0">
              <a:buNone/>
            </a:pPr>
            <a:r>
              <a:rPr lang="fr-CA">
                <a:solidFill>
                  <a:srgbClr val="F75A3B"/>
                </a:solidFill>
              </a:rPr>
              <a:t>border</a:t>
            </a:r>
            <a:r>
              <a:rPr lang="fr-CA"/>
              <a:t> </a:t>
            </a:r>
            <a:r>
              <a:rPr lang="fr-CA" sz="2800" b="1" dirty="0"/>
              <a:t>:</a:t>
            </a:r>
            <a:r>
              <a:rPr lang="fr-CA"/>
              <a:t> </a:t>
            </a:r>
            <a:r>
              <a:rPr lang="fr-CA" dirty="0" err="1">
                <a:solidFill>
                  <a:srgbClr val="DDAB5B"/>
                </a:solidFill>
              </a:rPr>
              <a:t>solid</a:t>
            </a:r>
            <a:r>
              <a:rPr lang="fr-CA">
                <a:solidFill>
                  <a:srgbClr val="DDAB5B"/>
                </a:solidFill>
              </a:rPr>
              <a:t> black 3px </a:t>
            </a:r>
            <a:r>
              <a:rPr lang="fr-CA" sz="2800" b="1" dirty="0"/>
              <a:t>;</a:t>
            </a:r>
          </a:p>
          <a:p>
            <a:pPr marL="457200" lvl="1" indent="0">
              <a:buNone/>
            </a:pPr>
            <a:r>
              <a:rPr lang="fr-CA" dirty="0" err="1">
                <a:solidFill>
                  <a:srgbClr val="F75A3B"/>
                </a:solidFill>
              </a:rPr>
              <a:t>text-decoration</a:t>
            </a:r>
            <a:r>
              <a:rPr lang="fr-CA"/>
              <a:t> </a:t>
            </a:r>
            <a:r>
              <a:rPr lang="fr-CA" sz="2800" b="1" dirty="0"/>
              <a:t>:</a:t>
            </a:r>
            <a:r>
              <a:rPr lang="fr-CA"/>
              <a:t> </a:t>
            </a:r>
            <a:r>
              <a:rPr lang="fr-CA">
                <a:solidFill>
                  <a:srgbClr val="DDAB5B"/>
                </a:solidFill>
              </a:rPr>
              <a:t>none</a:t>
            </a:r>
            <a:r>
              <a:rPr lang="fr-CA"/>
              <a:t> </a:t>
            </a:r>
            <a:r>
              <a:rPr lang="fr-CA" sz="2800" b="1" dirty="0"/>
              <a:t>;</a:t>
            </a:r>
          </a:p>
          <a:p>
            <a:pPr marL="457200" lvl="1" indent="0">
              <a:buNone/>
            </a:pPr>
            <a:r>
              <a:rPr lang="fr-CA">
                <a:solidFill>
                  <a:srgbClr val="F75A3B"/>
                </a:solidFill>
              </a:rPr>
              <a:t>font-</a:t>
            </a:r>
            <a:r>
              <a:rPr lang="fr-CA" dirty="0" err="1">
                <a:solidFill>
                  <a:srgbClr val="F75A3B"/>
                </a:solidFill>
              </a:rPr>
              <a:t>weight</a:t>
            </a:r>
            <a:r>
              <a:rPr lang="fr-CA"/>
              <a:t> </a:t>
            </a:r>
            <a:r>
              <a:rPr lang="fr-CA" sz="2800" b="1" dirty="0"/>
              <a:t>:</a:t>
            </a:r>
            <a:r>
              <a:rPr lang="fr-CA"/>
              <a:t> </a:t>
            </a:r>
            <a:r>
              <a:rPr lang="fr-CA" dirty="0" err="1">
                <a:solidFill>
                  <a:srgbClr val="DDAB5B"/>
                </a:solidFill>
              </a:rPr>
              <a:t>bold</a:t>
            </a:r>
            <a:r>
              <a:rPr lang="fr-CA"/>
              <a:t> </a:t>
            </a:r>
            <a:r>
              <a:rPr lang="fr-CA" sz="2800" b="1" dirty="0"/>
              <a:t>;</a:t>
            </a:r>
          </a:p>
          <a:p>
            <a:pPr marL="457200" lvl="1" indent="0">
              <a:buNone/>
            </a:pPr>
            <a:endParaRPr lang="fr-CA"/>
          </a:p>
          <a:p>
            <a:pPr lvl="1"/>
            <a:r>
              <a:rPr lang="fr-CA"/>
              <a:t>Deux points séparent l’</a:t>
            </a:r>
            <a:r>
              <a:rPr lang="fr-CA">
                <a:solidFill>
                  <a:srgbClr val="F75A3B"/>
                </a:solidFill>
              </a:rPr>
              <a:t>attribut</a:t>
            </a:r>
            <a:r>
              <a:rPr lang="fr-CA"/>
              <a:t> et sa </a:t>
            </a:r>
            <a:r>
              <a:rPr lang="fr-CA">
                <a:solidFill>
                  <a:srgbClr val="DDAB5B"/>
                </a:solidFill>
              </a:rPr>
              <a:t>valeur</a:t>
            </a:r>
            <a:r>
              <a:rPr lang="fr-CA"/>
              <a:t> et un point-virgule conclut la règle.</a:t>
            </a:r>
          </a:p>
        </p:txBody>
      </p:sp>
    </p:spTree>
    <p:extLst>
      <p:ext uri="{BB962C8B-B14F-4D97-AF65-F5344CB8AC3E}">
        <p14:creationId xmlns:p14="http://schemas.microsoft.com/office/powerpoint/2010/main" val="1654889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2169E6-2A2A-43DA-8E81-2F3DCE213418}"/>
              </a:ext>
            </a:extLst>
          </p:cNvPr>
          <p:cNvSpPr>
            <a:spLocks noGrp="1"/>
          </p:cNvSpPr>
          <p:nvPr>
            <p:ph type="title"/>
          </p:nvPr>
        </p:nvSpPr>
        <p:spPr/>
        <p:txBody>
          <a:bodyPr/>
          <a:lstStyle/>
          <a:p>
            <a:r>
              <a:rPr lang="fr-CA"/>
              <a:t>CSS Intraligne</a:t>
            </a:r>
          </a:p>
        </p:txBody>
      </p:sp>
      <p:sp>
        <p:nvSpPr>
          <p:cNvPr id="3" name="Espace réservé du contenu 2">
            <a:extLst>
              <a:ext uri="{FF2B5EF4-FFF2-40B4-BE49-F238E27FC236}">
                <a16:creationId xmlns:a16="http://schemas.microsoft.com/office/drawing/2014/main" id="{14CB1DA4-34E0-470F-AE08-D88A4189E1A2}"/>
              </a:ext>
            </a:extLst>
          </p:cNvPr>
          <p:cNvSpPr>
            <a:spLocks noGrp="1"/>
          </p:cNvSpPr>
          <p:nvPr>
            <p:ph idx="1"/>
          </p:nvPr>
        </p:nvSpPr>
        <p:spPr/>
        <p:txBody>
          <a:bodyPr/>
          <a:lstStyle/>
          <a:p>
            <a:r>
              <a:rPr lang="fr-CA" b="1"/>
              <a:t>Manière #1</a:t>
            </a:r>
            <a:r>
              <a:rPr lang="fr-CA"/>
              <a:t> d’appliquer une règle CSS : </a:t>
            </a:r>
            <a:r>
              <a:rPr lang="fr-CA" b="1">
                <a:solidFill>
                  <a:srgbClr val="F75A3B"/>
                </a:solidFill>
              </a:rPr>
              <a:t>CSS</a:t>
            </a:r>
            <a:r>
              <a:rPr lang="fr-CA">
                <a:solidFill>
                  <a:srgbClr val="F75A3B"/>
                </a:solidFill>
              </a:rPr>
              <a:t> </a:t>
            </a:r>
            <a:r>
              <a:rPr lang="fr-CA" b="1">
                <a:solidFill>
                  <a:srgbClr val="F75A3B"/>
                </a:solidFill>
              </a:rPr>
              <a:t>Intraligne</a:t>
            </a:r>
          </a:p>
          <a:p>
            <a:pPr lvl="1"/>
            <a:r>
              <a:rPr lang="fr-CA"/>
              <a:t>On glisse la ou les règles CSS dans l’attribut </a:t>
            </a:r>
            <a:r>
              <a:rPr lang="fr-CA">
                <a:solidFill>
                  <a:srgbClr val="F75A3B"/>
                </a:solidFill>
              </a:rPr>
              <a:t>style</a:t>
            </a:r>
            <a:r>
              <a:rPr lang="fr-CA"/>
              <a:t> d’une balise ouvrante.</a:t>
            </a:r>
          </a:p>
          <a:p>
            <a:pPr lvl="1"/>
            <a:r>
              <a:rPr lang="fr-CA"/>
              <a:t>Comme pour tout attribut, les règles CSS devront être entourées de guillemets.</a:t>
            </a:r>
          </a:p>
          <a:p>
            <a:endParaRPr lang="fr-CA"/>
          </a:p>
        </p:txBody>
      </p:sp>
      <p:pic>
        <p:nvPicPr>
          <p:cNvPr id="5" name="Image 4">
            <a:extLst>
              <a:ext uri="{FF2B5EF4-FFF2-40B4-BE49-F238E27FC236}">
                <a16:creationId xmlns:a16="http://schemas.microsoft.com/office/drawing/2014/main" id="{95FA9FB4-1B07-41CD-AE18-FAD314EB670B}"/>
              </a:ext>
            </a:extLst>
          </p:cNvPr>
          <p:cNvPicPr>
            <a:picLocks noChangeAspect="1"/>
          </p:cNvPicPr>
          <p:nvPr/>
        </p:nvPicPr>
        <p:blipFill>
          <a:blip r:embed="rId2"/>
          <a:stretch>
            <a:fillRect/>
          </a:stretch>
        </p:blipFill>
        <p:spPr>
          <a:xfrm>
            <a:off x="2325368" y="2927269"/>
            <a:ext cx="4389500" cy="358171"/>
          </a:xfrm>
          <a:prstGeom prst="rect">
            <a:avLst/>
          </a:prstGeom>
          <a:ln w="38100">
            <a:solidFill>
              <a:srgbClr val="81ADB6"/>
            </a:solidFill>
          </a:ln>
        </p:spPr>
      </p:pic>
      <p:pic>
        <p:nvPicPr>
          <p:cNvPr id="7" name="Image 6">
            <a:extLst>
              <a:ext uri="{FF2B5EF4-FFF2-40B4-BE49-F238E27FC236}">
                <a16:creationId xmlns:a16="http://schemas.microsoft.com/office/drawing/2014/main" id="{95D6E1D3-F954-4BDF-8E75-A31F5B9AED8C}"/>
              </a:ext>
            </a:extLst>
          </p:cNvPr>
          <p:cNvPicPr>
            <a:picLocks noChangeAspect="1"/>
          </p:cNvPicPr>
          <p:nvPr/>
        </p:nvPicPr>
        <p:blipFill>
          <a:blip r:embed="rId3"/>
          <a:stretch>
            <a:fillRect/>
          </a:stretch>
        </p:blipFill>
        <p:spPr>
          <a:xfrm>
            <a:off x="8935315" y="2919648"/>
            <a:ext cx="1303133" cy="365792"/>
          </a:xfrm>
          <a:prstGeom prst="rect">
            <a:avLst/>
          </a:prstGeom>
          <a:ln w="38100">
            <a:solidFill>
              <a:srgbClr val="81ADB6"/>
            </a:solidFill>
          </a:ln>
        </p:spPr>
      </p:pic>
      <p:cxnSp>
        <p:nvCxnSpPr>
          <p:cNvPr id="8" name="Connecteur droit avec flèche 7">
            <a:extLst>
              <a:ext uri="{FF2B5EF4-FFF2-40B4-BE49-F238E27FC236}">
                <a16:creationId xmlns:a16="http://schemas.microsoft.com/office/drawing/2014/main" id="{4C2491E3-7500-4D40-A886-0442617E3C9A}"/>
              </a:ext>
            </a:extLst>
          </p:cNvPr>
          <p:cNvCxnSpPr>
            <a:cxnSpLocks/>
          </p:cNvCxnSpPr>
          <p:nvPr/>
        </p:nvCxnSpPr>
        <p:spPr>
          <a:xfrm>
            <a:off x="7044447" y="3119192"/>
            <a:ext cx="1561289" cy="0"/>
          </a:xfrm>
          <a:prstGeom prst="straightConnector1">
            <a:avLst/>
          </a:prstGeom>
          <a:ln w="76200">
            <a:solidFill>
              <a:srgbClr val="81ADB6"/>
            </a:solidFill>
            <a:tailEnd type="triangle"/>
          </a:ln>
        </p:spPr>
        <p:style>
          <a:lnRef idx="1">
            <a:schemeClr val="accent1"/>
          </a:lnRef>
          <a:fillRef idx="0">
            <a:schemeClr val="accent1"/>
          </a:fillRef>
          <a:effectRef idx="0">
            <a:schemeClr val="accent1"/>
          </a:effectRef>
          <a:fontRef idx="minor">
            <a:schemeClr val="tx1"/>
          </a:fontRef>
        </p:style>
      </p:cxnSp>
      <p:pic>
        <p:nvPicPr>
          <p:cNvPr id="11" name="Image 10">
            <a:extLst>
              <a:ext uri="{FF2B5EF4-FFF2-40B4-BE49-F238E27FC236}">
                <a16:creationId xmlns:a16="http://schemas.microsoft.com/office/drawing/2014/main" id="{E2AA400A-8752-4E76-8FE0-DE21B91F9171}"/>
              </a:ext>
            </a:extLst>
          </p:cNvPr>
          <p:cNvPicPr>
            <a:picLocks noChangeAspect="1"/>
          </p:cNvPicPr>
          <p:nvPr/>
        </p:nvPicPr>
        <p:blipFill>
          <a:blip r:embed="rId4"/>
          <a:stretch>
            <a:fillRect/>
          </a:stretch>
        </p:blipFill>
        <p:spPr>
          <a:xfrm>
            <a:off x="1167027" y="3848931"/>
            <a:ext cx="5547841" cy="1028789"/>
          </a:xfrm>
          <a:prstGeom prst="rect">
            <a:avLst/>
          </a:prstGeom>
          <a:ln w="38100">
            <a:solidFill>
              <a:srgbClr val="81ADB6"/>
            </a:solidFill>
          </a:ln>
        </p:spPr>
      </p:pic>
      <p:pic>
        <p:nvPicPr>
          <p:cNvPr id="13" name="Image 12">
            <a:extLst>
              <a:ext uri="{FF2B5EF4-FFF2-40B4-BE49-F238E27FC236}">
                <a16:creationId xmlns:a16="http://schemas.microsoft.com/office/drawing/2014/main" id="{C934B567-C187-4D2B-AD31-E5BE91A6867F}"/>
              </a:ext>
            </a:extLst>
          </p:cNvPr>
          <p:cNvPicPr>
            <a:picLocks noChangeAspect="1"/>
          </p:cNvPicPr>
          <p:nvPr/>
        </p:nvPicPr>
        <p:blipFill>
          <a:blip r:embed="rId5"/>
          <a:stretch>
            <a:fillRect/>
          </a:stretch>
        </p:blipFill>
        <p:spPr>
          <a:xfrm>
            <a:off x="9053435" y="3870066"/>
            <a:ext cx="1066892" cy="861135"/>
          </a:xfrm>
          <a:prstGeom prst="rect">
            <a:avLst/>
          </a:prstGeom>
          <a:ln w="38100">
            <a:solidFill>
              <a:srgbClr val="81ADB6"/>
            </a:solidFill>
          </a:ln>
        </p:spPr>
      </p:pic>
      <p:cxnSp>
        <p:nvCxnSpPr>
          <p:cNvPr id="14" name="Connecteur droit avec flèche 13">
            <a:extLst>
              <a:ext uri="{FF2B5EF4-FFF2-40B4-BE49-F238E27FC236}">
                <a16:creationId xmlns:a16="http://schemas.microsoft.com/office/drawing/2014/main" id="{1B3BA497-0CAC-4EBF-8E97-CA72375E0E64}"/>
              </a:ext>
            </a:extLst>
          </p:cNvPr>
          <p:cNvCxnSpPr>
            <a:cxnSpLocks/>
          </p:cNvCxnSpPr>
          <p:nvPr/>
        </p:nvCxnSpPr>
        <p:spPr>
          <a:xfrm>
            <a:off x="7044447" y="4353453"/>
            <a:ext cx="1561289" cy="0"/>
          </a:xfrm>
          <a:prstGeom prst="straightConnector1">
            <a:avLst/>
          </a:prstGeom>
          <a:ln w="762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1261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D1275E-7106-4834-8F56-47606B32FD09}"/>
              </a:ext>
            </a:extLst>
          </p:cNvPr>
          <p:cNvSpPr>
            <a:spLocks noGrp="1"/>
          </p:cNvSpPr>
          <p:nvPr>
            <p:ph type="title"/>
          </p:nvPr>
        </p:nvSpPr>
        <p:spPr/>
        <p:txBody>
          <a:bodyPr/>
          <a:lstStyle/>
          <a:p>
            <a:r>
              <a:rPr lang="fr-CA"/>
              <a:t>CSS interne</a:t>
            </a:r>
          </a:p>
        </p:txBody>
      </p:sp>
      <p:sp>
        <p:nvSpPr>
          <p:cNvPr id="3" name="Espace réservé du contenu 2">
            <a:extLst>
              <a:ext uri="{FF2B5EF4-FFF2-40B4-BE49-F238E27FC236}">
                <a16:creationId xmlns:a16="http://schemas.microsoft.com/office/drawing/2014/main" id="{2DE9D25A-5840-4C72-A533-9048D8188DF2}"/>
              </a:ext>
            </a:extLst>
          </p:cNvPr>
          <p:cNvSpPr>
            <a:spLocks noGrp="1"/>
          </p:cNvSpPr>
          <p:nvPr>
            <p:ph idx="1"/>
          </p:nvPr>
        </p:nvSpPr>
        <p:spPr/>
        <p:txBody>
          <a:bodyPr/>
          <a:lstStyle/>
          <a:p>
            <a:r>
              <a:rPr lang="fr-CA" b="1"/>
              <a:t>Manière #2</a:t>
            </a:r>
            <a:r>
              <a:rPr lang="fr-CA"/>
              <a:t> d’appliquer une règle CSS : </a:t>
            </a:r>
            <a:r>
              <a:rPr lang="fr-CA" b="1">
                <a:solidFill>
                  <a:srgbClr val="F75A3B"/>
                </a:solidFill>
              </a:rPr>
              <a:t>CSS interne</a:t>
            </a:r>
            <a:r>
              <a:rPr lang="fr-CA"/>
              <a:t>.</a:t>
            </a:r>
          </a:p>
          <a:p>
            <a:pPr lvl="1"/>
            <a:r>
              <a:rPr lang="fr-CA"/>
              <a:t>Pour comprendre cette deuxième manière, nous allons devoir aborder les </a:t>
            </a:r>
            <a:r>
              <a:rPr lang="fr-CA">
                <a:solidFill>
                  <a:srgbClr val="F75A3B"/>
                </a:solidFill>
              </a:rPr>
              <a:t>sélecteurs </a:t>
            </a:r>
            <a:r>
              <a:rPr lang="fr-CA"/>
              <a:t>CSS.</a:t>
            </a:r>
          </a:p>
          <a:p>
            <a:pPr lvl="1"/>
            <a:r>
              <a:rPr lang="fr-CA"/>
              <a:t>Un </a:t>
            </a:r>
            <a:r>
              <a:rPr lang="fr-CA">
                <a:solidFill>
                  <a:srgbClr val="F75A3B"/>
                </a:solidFill>
              </a:rPr>
              <a:t>sélecteur</a:t>
            </a:r>
            <a:r>
              <a:rPr lang="fr-CA"/>
              <a:t> permet d’indiquer à quel(s) élément(s) HTML des règles CSS doivent être appliquées.</a:t>
            </a:r>
          </a:p>
          <a:p>
            <a:pPr lvl="1"/>
            <a:r>
              <a:rPr lang="fr-CA"/>
              <a:t>Voici la syntaxe à respecter pour le CSS interne :</a:t>
            </a:r>
          </a:p>
          <a:p>
            <a:pPr lvl="1"/>
            <a:endParaRPr lang="fr-CA"/>
          </a:p>
          <a:p>
            <a:pPr marL="457200" lvl="1" indent="0">
              <a:buNone/>
            </a:pPr>
            <a:r>
              <a:rPr lang="fr-CA">
                <a:solidFill>
                  <a:srgbClr val="E351E7"/>
                </a:solidFill>
              </a:rPr>
              <a:t>sélecteur</a:t>
            </a:r>
            <a:r>
              <a:rPr lang="fr-CA"/>
              <a:t> {</a:t>
            </a:r>
          </a:p>
          <a:p>
            <a:pPr marL="457200" lvl="1" indent="0">
              <a:buNone/>
            </a:pPr>
            <a:r>
              <a:rPr lang="fr-CA"/>
              <a:t>	</a:t>
            </a:r>
            <a:r>
              <a:rPr lang="fr-CA">
                <a:solidFill>
                  <a:srgbClr val="F75A3B"/>
                </a:solidFill>
              </a:rPr>
              <a:t>attribut</a:t>
            </a:r>
            <a:r>
              <a:rPr lang="fr-CA"/>
              <a:t> : </a:t>
            </a:r>
            <a:r>
              <a:rPr lang="fr-CA">
                <a:solidFill>
                  <a:srgbClr val="DDAB5B"/>
                </a:solidFill>
              </a:rPr>
              <a:t>valeur </a:t>
            </a:r>
            <a:r>
              <a:rPr lang="fr-CA"/>
              <a:t>;</a:t>
            </a:r>
          </a:p>
          <a:p>
            <a:pPr marL="457200" lvl="1" indent="0">
              <a:buNone/>
            </a:pPr>
            <a:r>
              <a:rPr lang="fr-CA"/>
              <a:t>	</a:t>
            </a:r>
            <a:r>
              <a:rPr lang="fr-CA">
                <a:solidFill>
                  <a:srgbClr val="F75A3B"/>
                </a:solidFill>
              </a:rPr>
              <a:t>attribut</a:t>
            </a:r>
            <a:r>
              <a:rPr lang="fr-CA"/>
              <a:t> : </a:t>
            </a:r>
            <a:r>
              <a:rPr lang="fr-CA">
                <a:solidFill>
                  <a:srgbClr val="DDAB5B"/>
                </a:solidFill>
              </a:rPr>
              <a:t>valeur </a:t>
            </a:r>
            <a:r>
              <a:rPr lang="fr-CA"/>
              <a:t>;</a:t>
            </a:r>
          </a:p>
          <a:p>
            <a:pPr marL="457200" lvl="1" indent="0">
              <a:buNone/>
            </a:pPr>
            <a:r>
              <a:rPr lang="fr-CA"/>
              <a:t>	</a:t>
            </a:r>
            <a:r>
              <a:rPr lang="fr-CA">
                <a:solidFill>
                  <a:srgbClr val="F75A3B"/>
                </a:solidFill>
              </a:rPr>
              <a:t>attribut</a:t>
            </a:r>
            <a:r>
              <a:rPr lang="fr-CA"/>
              <a:t> : </a:t>
            </a:r>
            <a:r>
              <a:rPr lang="fr-CA">
                <a:solidFill>
                  <a:srgbClr val="DDAB5B"/>
                </a:solidFill>
              </a:rPr>
              <a:t>valeur </a:t>
            </a:r>
            <a:r>
              <a:rPr lang="fr-CA" b="1"/>
              <a:t>;</a:t>
            </a:r>
          </a:p>
          <a:p>
            <a:pPr marL="457200" lvl="1" indent="0">
              <a:buNone/>
            </a:pPr>
            <a:r>
              <a:rPr lang="fr-CA"/>
              <a:t>}</a:t>
            </a:r>
          </a:p>
        </p:txBody>
      </p:sp>
    </p:spTree>
    <p:extLst>
      <p:ext uri="{BB962C8B-B14F-4D97-AF65-F5344CB8AC3E}">
        <p14:creationId xmlns:p14="http://schemas.microsoft.com/office/powerpoint/2010/main" val="2256531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D1275E-7106-4834-8F56-47606B32FD09}"/>
              </a:ext>
            </a:extLst>
          </p:cNvPr>
          <p:cNvSpPr>
            <a:spLocks noGrp="1"/>
          </p:cNvSpPr>
          <p:nvPr>
            <p:ph type="title"/>
          </p:nvPr>
        </p:nvSpPr>
        <p:spPr/>
        <p:txBody>
          <a:bodyPr/>
          <a:lstStyle/>
          <a:p>
            <a:r>
              <a:rPr lang="fr-CA"/>
              <a:t>CSS interne (Sélecteurs)</a:t>
            </a:r>
          </a:p>
        </p:txBody>
      </p:sp>
      <p:sp>
        <p:nvSpPr>
          <p:cNvPr id="3" name="Espace réservé du contenu 2">
            <a:extLst>
              <a:ext uri="{FF2B5EF4-FFF2-40B4-BE49-F238E27FC236}">
                <a16:creationId xmlns:a16="http://schemas.microsoft.com/office/drawing/2014/main" id="{2DE9D25A-5840-4C72-A533-9048D8188DF2}"/>
              </a:ext>
            </a:extLst>
          </p:cNvPr>
          <p:cNvSpPr>
            <a:spLocks noGrp="1"/>
          </p:cNvSpPr>
          <p:nvPr>
            <p:ph idx="1"/>
          </p:nvPr>
        </p:nvSpPr>
        <p:spPr/>
        <p:txBody>
          <a:bodyPr/>
          <a:lstStyle/>
          <a:p>
            <a:r>
              <a:rPr lang="fr-CA" b="1"/>
              <a:t>Type 1 de sélecteur : </a:t>
            </a:r>
            <a:r>
              <a:rPr lang="fr-CA">
                <a:solidFill>
                  <a:srgbClr val="F75A3B"/>
                </a:solidFill>
              </a:rPr>
              <a:t>Sélecteur élément</a:t>
            </a:r>
          </a:p>
          <a:p>
            <a:pPr lvl="1"/>
            <a:endParaRPr lang="fr-CA"/>
          </a:p>
          <a:p>
            <a:pPr lvl="1"/>
            <a:r>
              <a:rPr lang="fr-CA"/>
              <a:t>Ce type de sélecteur correspond exactement au nom de l’élément HTML auquel le CSS doit être appliqué. </a:t>
            </a:r>
          </a:p>
          <a:p>
            <a:pPr lvl="2"/>
            <a:r>
              <a:rPr lang="fr-CA"/>
              <a:t>Pour appliquer un </a:t>
            </a:r>
            <a:r>
              <a:rPr lang="fr-CA">
                <a:solidFill>
                  <a:srgbClr val="F75A3B"/>
                </a:solidFill>
              </a:rPr>
              <a:t>style</a:t>
            </a:r>
            <a:r>
              <a:rPr lang="fr-CA"/>
              <a:t> (un ensemble de règles CSS) à toutes les balises </a:t>
            </a:r>
            <a:r>
              <a:rPr lang="fr-CA">
                <a:solidFill>
                  <a:srgbClr val="F75A3B"/>
                </a:solidFill>
              </a:rPr>
              <a:t>&lt;p&gt;</a:t>
            </a:r>
            <a:r>
              <a:rPr lang="fr-CA"/>
              <a:t>, le sélecteur sera tout simplement </a:t>
            </a:r>
            <a:r>
              <a:rPr lang="fr-CA" b="1">
                <a:solidFill>
                  <a:srgbClr val="DDAB5B"/>
                </a:solidFill>
              </a:rPr>
              <a:t>p</a:t>
            </a:r>
            <a:r>
              <a:rPr lang="fr-CA"/>
              <a:t>.</a:t>
            </a:r>
          </a:p>
          <a:p>
            <a:pPr lvl="2"/>
            <a:r>
              <a:rPr lang="fr-CA"/>
              <a:t>Pour appliquer un style à toutes les balises </a:t>
            </a:r>
            <a:r>
              <a:rPr lang="fr-CA">
                <a:solidFill>
                  <a:srgbClr val="F75A3B"/>
                </a:solidFill>
              </a:rPr>
              <a:t>&lt;h1&gt;</a:t>
            </a:r>
            <a:r>
              <a:rPr lang="fr-CA"/>
              <a:t>, le sélecteur sera </a:t>
            </a:r>
            <a:r>
              <a:rPr lang="fr-CA" b="1">
                <a:solidFill>
                  <a:srgbClr val="DDAB5B"/>
                </a:solidFill>
              </a:rPr>
              <a:t>h1</a:t>
            </a:r>
            <a:r>
              <a:rPr lang="fr-CA"/>
              <a:t>.</a:t>
            </a:r>
          </a:p>
          <a:p>
            <a:pPr lvl="1"/>
            <a:r>
              <a:rPr lang="fr-CA"/>
              <a:t>Exemple :</a:t>
            </a:r>
          </a:p>
        </p:txBody>
      </p:sp>
      <p:pic>
        <p:nvPicPr>
          <p:cNvPr id="7" name="Image 6">
            <a:extLst>
              <a:ext uri="{FF2B5EF4-FFF2-40B4-BE49-F238E27FC236}">
                <a16:creationId xmlns:a16="http://schemas.microsoft.com/office/drawing/2014/main" id="{20928EEA-C18F-41EA-BE30-45CBBE5BE2CC}"/>
              </a:ext>
            </a:extLst>
          </p:cNvPr>
          <p:cNvPicPr>
            <a:picLocks noChangeAspect="1"/>
          </p:cNvPicPr>
          <p:nvPr/>
        </p:nvPicPr>
        <p:blipFill>
          <a:blip r:embed="rId2"/>
          <a:stretch>
            <a:fillRect/>
          </a:stretch>
        </p:blipFill>
        <p:spPr>
          <a:xfrm>
            <a:off x="4430180" y="3849644"/>
            <a:ext cx="2773920" cy="2240474"/>
          </a:xfrm>
          <a:prstGeom prst="rect">
            <a:avLst/>
          </a:prstGeom>
          <a:ln w="38100">
            <a:solidFill>
              <a:srgbClr val="81ADB6"/>
            </a:solidFill>
          </a:ln>
        </p:spPr>
      </p:pic>
      <p:sp>
        <p:nvSpPr>
          <p:cNvPr id="8" name="Espace réservé du contenu 2">
            <a:extLst>
              <a:ext uri="{FF2B5EF4-FFF2-40B4-BE49-F238E27FC236}">
                <a16:creationId xmlns:a16="http://schemas.microsoft.com/office/drawing/2014/main" id="{339C78AC-C29E-490B-BCA8-AD4D97852E25}"/>
              </a:ext>
            </a:extLst>
          </p:cNvPr>
          <p:cNvSpPr txBox="1">
            <a:spLocks/>
          </p:cNvSpPr>
          <p:nvPr/>
        </p:nvSpPr>
        <p:spPr>
          <a:xfrm>
            <a:off x="7623062" y="3849644"/>
            <a:ext cx="4277108" cy="1925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Symbol" panose="05050102010706020507" pitchFamily="18" charset="2"/>
              <a:buChar char=""/>
              <a:defRPr sz="2800" kern="1200">
                <a:solidFill>
                  <a:srgbClr val="8197B6"/>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rgbClr val="8197B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8197B6"/>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1600">
                <a:solidFill>
                  <a:srgbClr val="81ADB6"/>
                </a:solidFill>
              </a:rPr>
              <a:t>Ce petit carré bleu est un échantillon de la couleur automatiquement généré par VS Code.</a:t>
            </a:r>
          </a:p>
        </p:txBody>
      </p:sp>
      <p:cxnSp>
        <p:nvCxnSpPr>
          <p:cNvPr id="9" name="Connecteur droit avec flèche 8">
            <a:extLst>
              <a:ext uri="{FF2B5EF4-FFF2-40B4-BE49-F238E27FC236}">
                <a16:creationId xmlns:a16="http://schemas.microsoft.com/office/drawing/2014/main" id="{18CB89BA-38E5-47C7-93A6-4F941B63E282}"/>
              </a:ext>
            </a:extLst>
          </p:cNvPr>
          <p:cNvCxnSpPr>
            <a:cxnSpLocks/>
          </p:cNvCxnSpPr>
          <p:nvPr/>
        </p:nvCxnSpPr>
        <p:spPr>
          <a:xfrm flipH="1">
            <a:off x="5907932" y="4003257"/>
            <a:ext cx="1715130" cy="147211"/>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
        <p:nvSpPr>
          <p:cNvPr id="4" name="Ellipse 3">
            <a:extLst>
              <a:ext uri="{FF2B5EF4-FFF2-40B4-BE49-F238E27FC236}">
                <a16:creationId xmlns:a16="http://schemas.microsoft.com/office/drawing/2014/main" id="{8910FBF0-29F0-4C12-9654-2679A7310E53}"/>
              </a:ext>
            </a:extLst>
          </p:cNvPr>
          <p:cNvSpPr/>
          <p:nvPr/>
        </p:nvSpPr>
        <p:spPr>
          <a:xfrm>
            <a:off x="4430180" y="3909270"/>
            <a:ext cx="368323" cy="360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 name="Ellipse 9">
            <a:extLst>
              <a:ext uri="{FF2B5EF4-FFF2-40B4-BE49-F238E27FC236}">
                <a16:creationId xmlns:a16="http://schemas.microsoft.com/office/drawing/2014/main" id="{58632DE1-9556-4CE8-B876-9AC53027D4F8}"/>
              </a:ext>
            </a:extLst>
          </p:cNvPr>
          <p:cNvSpPr/>
          <p:nvPr/>
        </p:nvSpPr>
        <p:spPr>
          <a:xfrm>
            <a:off x="4472125" y="4923494"/>
            <a:ext cx="368323" cy="360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211443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27BCB1-B035-42B6-A00F-DE46C13947C7}"/>
              </a:ext>
            </a:extLst>
          </p:cNvPr>
          <p:cNvSpPr>
            <a:spLocks noGrp="1"/>
          </p:cNvSpPr>
          <p:nvPr>
            <p:ph type="title"/>
          </p:nvPr>
        </p:nvSpPr>
        <p:spPr/>
        <p:txBody>
          <a:bodyPr/>
          <a:lstStyle/>
          <a:p>
            <a:r>
              <a:rPr lang="fr-CA"/>
              <a:t>CSS interne (Sélecteurs)</a:t>
            </a:r>
          </a:p>
        </p:txBody>
      </p:sp>
      <p:sp>
        <p:nvSpPr>
          <p:cNvPr id="3" name="Espace réservé du contenu 2">
            <a:extLst>
              <a:ext uri="{FF2B5EF4-FFF2-40B4-BE49-F238E27FC236}">
                <a16:creationId xmlns:a16="http://schemas.microsoft.com/office/drawing/2014/main" id="{7389E634-556D-4F56-932F-E28915DA35E5}"/>
              </a:ext>
            </a:extLst>
          </p:cNvPr>
          <p:cNvSpPr>
            <a:spLocks noGrp="1"/>
          </p:cNvSpPr>
          <p:nvPr>
            <p:ph idx="1"/>
          </p:nvPr>
        </p:nvSpPr>
        <p:spPr/>
        <p:txBody>
          <a:bodyPr/>
          <a:lstStyle/>
          <a:p>
            <a:r>
              <a:rPr lang="fr-CA"/>
              <a:t>Où insère-t-on le CSS interne avec les sélecteurs ?</a:t>
            </a:r>
          </a:p>
          <a:p>
            <a:pPr lvl="1"/>
            <a:r>
              <a:rPr lang="fr-CA"/>
              <a:t>Dans le </a:t>
            </a:r>
            <a:r>
              <a:rPr lang="fr-CA">
                <a:solidFill>
                  <a:srgbClr val="F75A3B"/>
                </a:solidFill>
              </a:rPr>
              <a:t>&lt;head&gt;</a:t>
            </a:r>
            <a:r>
              <a:rPr lang="fr-CA"/>
              <a:t>, dans une balise qu’on nomme </a:t>
            </a:r>
            <a:r>
              <a:rPr lang="fr-CA">
                <a:solidFill>
                  <a:srgbClr val="F75A3B"/>
                </a:solidFill>
              </a:rPr>
              <a:t>&lt;style&gt; </a:t>
            </a:r>
            <a:r>
              <a:rPr lang="fr-CA"/>
              <a:t>:</a:t>
            </a:r>
          </a:p>
        </p:txBody>
      </p:sp>
      <p:pic>
        <p:nvPicPr>
          <p:cNvPr id="5" name="Image 4">
            <a:extLst>
              <a:ext uri="{FF2B5EF4-FFF2-40B4-BE49-F238E27FC236}">
                <a16:creationId xmlns:a16="http://schemas.microsoft.com/office/drawing/2014/main" id="{C6E022ED-6CFA-4522-A475-2032C5A32079}"/>
              </a:ext>
            </a:extLst>
          </p:cNvPr>
          <p:cNvPicPr>
            <a:picLocks noChangeAspect="1"/>
          </p:cNvPicPr>
          <p:nvPr/>
        </p:nvPicPr>
        <p:blipFill>
          <a:blip r:embed="rId2"/>
          <a:stretch>
            <a:fillRect/>
          </a:stretch>
        </p:blipFill>
        <p:spPr>
          <a:xfrm>
            <a:off x="701495" y="2264845"/>
            <a:ext cx="4008467" cy="3406435"/>
          </a:xfrm>
          <a:prstGeom prst="rect">
            <a:avLst/>
          </a:prstGeom>
          <a:ln w="38100">
            <a:solidFill>
              <a:srgbClr val="81ADB6"/>
            </a:solidFill>
          </a:ln>
        </p:spPr>
      </p:pic>
      <p:pic>
        <p:nvPicPr>
          <p:cNvPr id="7" name="Image 6">
            <a:extLst>
              <a:ext uri="{FF2B5EF4-FFF2-40B4-BE49-F238E27FC236}">
                <a16:creationId xmlns:a16="http://schemas.microsoft.com/office/drawing/2014/main" id="{D4AF4BAC-7809-4DEF-AF12-2B61F78C83F0}"/>
              </a:ext>
            </a:extLst>
          </p:cNvPr>
          <p:cNvPicPr>
            <a:picLocks noChangeAspect="1"/>
          </p:cNvPicPr>
          <p:nvPr/>
        </p:nvPicPr>
        <p:blipFill>
          <a:blip r:embed="rId3"/>
          <a:stretch>
            <a:fillRect/>
          </a:stretch>
        </p:blipFill>
        <p:spPr>
          <a:xfrm>
            <a:off x="9932998" y="2264845"/>
            <a:ext cx="1867062" cy="1486029"/>
          </a:xfrm>
          <a:prstGeom prst="rect">
            <a:avLst/>
          </a:prstGeom>
          <a:ln w="38100">
            <a:solidFill>
              <a:srgbClr val="81ADB6"/>
            </a:solidFill>
          </a:ln>
        </p:spPr>
      </p:pic>
      <p:cxnSp>
        <p:nvCxnSpPr>
          <p:cNvPr id="8" name="Connecteur droit avec flèche 7">
            <a:extLst>
              <a:ext uri="{FF2B5EF4-FFF2-40B4-BE49-F238E27FC236}">
                <a16:creationId xmlns:a16="http://schemas.microsoft.com/office/drawing/2014/main" id="{B64D9011-1BB3-4A11-894D-37F86600F899}"/>
              </a:ext>
            </a:extLst>
          </p:cNvPr>
          <p:cNvCxnSpPr>
            <a:cxnSpLocks/>
          </p:cNvCxnSpPr>
          <p:nvPr/>
        </p:nvCxnSpPr>
        <p:spPr>
          <a:xfrm>
            <a:off x="8820560" y="3019599"/>
            <a:ext cx="881159" cy="0"/>
          </a:xfrm>
          <a:prstGeom prst="straightConnector1">
            <a:avLst/>
          </a:prstGeom>
          <a:ln w="76200">
            <a:solidFill>
              <a:srgbClr val="81ADB6"/>
            </a:solidFill>
            <a:tailEnd type="triangle"/>
          </a:ln>
        </p:spPr>
        <p:style>
          <a:lnRef idx="1">
            <a:schemeClr val="accent1"/>
          </a:lnRef>
          <a:fillRef idx="0">
            <a:schemeClr val="accent1"/>
          </a:fillRef>
          <a:effectRef idx="0">
            <a:schemeClr val="accent1"/>
          </a:effectRef>
          <a:fontRef idx="minor">
            <a:schemeClr val="tx1"/>
          </a:fontRef>
        </p:style>
      </p:cxnSp>
      <p:pic>
        <p:nvPicPr>
          <p:cNvPr id="10" name="Image 9">
            <a:extLst>
              <a:ext uri="{FF2B5EF4-FFF2-40B4-BE49-F238E27FC236}">
                <a16:creationId xmlns:a16="http://schemas.microsoft.com/office/drawing/2014/main" id="{234AEFAD-A9C0-4C02-A8D0-70B90E0B9D5F}"/>
              </a:ext>
            </a:extLst>
          </p:cNvPr>
          <p:cNvPicPr>
            <a:picLocks noChangeAspect="1"/>
          </p:cNvPicPr>
          <p:nvPr/>
        </p:nvPicPr>
        <p:blipFill>
          <a:blip r:embed="rId4"/>
          <a:stretch>
            <a:fillRect/>
          </a:stretch>
        </p:blipFill>
        <p:spPr>
          <a:xfrm>
            <a:off x="4928680" y="2264845"/>
            <a:ext cx="3665538" cy="2103302"/>
          </a:xfrm>
          <a:prstGeom prst="rect">
            <a:avLst/>
          </a:prstGeom>
          <a:ln w="38100">
            <a:solidFill>
              <a:srgbClr val="81ADB6"/>
            </a:solidFill>
          </a:ln>
        </p:spPr>
      </p:pic>
    </p:spTree>
    <p:extLst>
      <p:ext uri="{BB962C8B-B14F-4D97-AF65-F5344CB8AC3E}">
        <p14:creationId xmlns:p14="http://schemas.microsoft.com/office/powerpoint/2010/main" val="2521506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D1275E-7106-4834-8F56-47606B32FD09}"/>
              </a:ext>
            </a:extLst>
          </p:cNvPr>
          <p:cNvSpPr>
            <a:spLocks noGrp="1"/>
          </p:cNvSpPr>
          <p:nvPr>
            <p:ph type="title"/>
          </p:nvPr>
        </p:nvSpPr>
        <p:spPr/>
        <p:txBody>
          <a:bodyPr/>
          <a:lstStyle/>
          <a:p>
            <a:r>
              <a:rPr lang="fr-CA"/>
              <a:t>CSS interne (Sélecteurs)</a:t>
            </a:r>
          </a:p>
        </p:txBody>
      </p:sp>
      <p:sp>
        <p:nvSpPr>
          <p:cNvPr id="3" name="Espace réservé du contenu 2">
            <a:extLst>
              <a:ext uri="{FF2B5EF4-FFF2-40B4-BE49-F238E27FC236}">
                <a16:creationId xmlns:a16="http://schemas.microsoft.com/office/drawing/2014/main" id="{2DE9D25A-5840-4C72-A533-9048D8188DF2}"/>
              </a:ext>
            </a:extLst>
          </p:cNvPr>
          <p:cNvSpPr>
            <a:spLocks noGrp="1"/>
          </p:cNvSpPr>
          <p:nvPr>
            <p:ph idx="1"/>
          </p:nvPr>
        </p:nvSpPr>
        <p:spPr/>
        <p:txBody>
          <a:bodyPr/>
          <a:lstStyle/>
          <a:p>
            <a:r>
              <a:rPr lang="fr-CA" b="1"/>
              <a:t>Type 2 de sélecteur : </a:t>
            </a:r>
            <a:r>
              <a:rPr lang="fr-CA">
                <a:solidFill>
                  <a:srgbClr val="F75A3B"/>
                </a:solidFill>
              </a:rPr>
              <a:t>Sélecteur classe</a:t>
            </a:r>
          </a:p>
          <a:p>
            <a:pPr lvl="1"/>
            <a:endParaRPr lang="fr-CA"/>
          </a:p>
          <a:p>
            <a:pPr lvl="1"/>
            <a:r>
              <a:rPr lang="fr-CA"/>
              <a:t>Ce type de sélecteur peut avoir n’importe quel nom, mais il doit être appliqué aux éléments concernés grâce à l’attribut </a:t>
            </a:r>
            <a:r>
              <a:rPr lang="fr-CA">
                <a:solidFill>
                  <a:srgbClr val="F75A3B"/>
                </a:solidFill>
              </a:rPr>
              <a:t>class</a:t>
            </a:r>
            <a:r>
              <a:rPr lang="fr-CA"/>
              <a:t>.</a:t>
            </a:r>
          </a:p>
          <a:p>
            <a:pPr lvl="1"/>
            <a:endParaRPr lang="fr-CA"/>
          </a:p>
          <a:p>
            <a:pPr lvl="1"/>
            <a:endParaRPr lang="fr-CA"/>
          </a:p>
          <a:p>
            <a:pPr lvl="1"/>
            <a:endParaRPr lang="fr-CA"/>
          </a:p>
          <a:p>
            <a:pPr lvl="1"/>
            <a:endParaRPr lang="fr-CA"/>
          </a:p>
          <a:p>
            <a:pPr lvl="1"/>
            <a:endParaRPr lang="fr-CA"/>
          </a:p>
          <a:p>
            <a:pPr lvl="1"/>
            <a:endParaRPr lang="fr-CA"/>
          </a:p>
          <a:p>
            <a:pPr lvl="1"/>
            <a:r>
              <a:rPr lang="fr-CA"/>
              <a:t>Remarquez que ce sélecteur </a:t>
            </a:r>
            <a:r>
              <a:rPr lang="fr-CA" b="1"/>
              <a:t>DOIT</a:t>
            </a:r>
            <a:r>
              <a:rPr lang="fr-CA"/>
              <a:t> être précédé d’un </a:t>
            </a:r>
            <a:r>
              <a:rPr lang="fr-CA" b="1"/>
              <a:t>point</a:t>
            </a:r>
            <a:r>
              <a:rPr lang="fr-CA"/>
              <a:t>. Cela dit, quand on précise le nom de la classe dans l’attribut </a:t>
            </a:r>
            <a:r>
              <a:rPr lang="fr-CA">
                <a:solidFill>
                  <a:srgbClr val="F75A3B"/>
                </a:solidFill>
              </a:rPr>
              <a:t>class</a:t>
            </a:r>
            <a:r>
              <a:rPr lang="fr-CA"/>
              <a:t>, on ne met pas de point.</a:t>
            </a:r>
          </a:p>
          <a:p>
            <a:pPr lvl="1"/>
            <a:r>
              <a:rPr lang="fr-CA"/>
              <a:t>On peut appliquer cette classe à autant d’éléments qu’on le souhaite !</a:t>
            </a:r>
          </a:p>
        </p:txBody>
      </p:sp>
      <p:pic>
        <p:nvPicPr>
          <p:cNvPr id="5" name="Image 4">
            <a:extLst>
              <a:ext uri="{FF2B5EF4-FFF2-40B4-BE49-F238E27FC236}">
                <a16:creationId xmlns:a16="http://schemas.microsoft.com/office/drawing/2014/main" id="{3AE23C38-9F93-4B2B-A7FD-C3EF0B661A84}"/>
              </a:ext>
            </a:extLst>
          </p:cNvPr>
          <p:cNvPicPr>
            <a:picLocks noChangeAspect="1"/>
          </p:cNvPicPr>
          <p:nvPr/>
        </p:nvPicPr>
        <p:blipFill>
          <a:blip r:embed="rId2"/>
          <a:stretch>
            <a:fillRect/>
          </a:stretch>
        </p:blipFill>
        <p:spPr>
          <a:xfrm>
            <a:off x="1987239" y="2964064"/>
            <a:ext cx="3337849" cy="800169"/>
          </a:xfrm>
          <a:prstGeom prst="rect">
            <a:avLst/>
          </a:prstGeom>
          <a:ln w="38100">
            <a:solidFill>
              <a:srgbClr val="81ADB6"/>
            </a:solidFill>
          </a:ln>
        </p:spPr>
      </p:pic>
      <p:cxnSp>
        <p:nvCxnSpPr>
          <p:cNvPr id="13" name="Connecteur droit avec flèche 12">
            <a:extLst>
              <a:ext uri="{FF2B5EF4-FFF2-40B4-BE49-F238E27FC236}">
                <a16:creationId xmlns:a16="http://schemas.microsoft.com/office/drawing/2014/main" id="{92A6892D-2F9F-4EC5-96DC-FD7C2B515C4A}"/>
              </a:ext>
            </a:extLst>
          </p:cNvPr>
          <p:cNvCxnSpPr>
            <a:cxnSpLocks/>
          </p:cNvCxnSpPr>
          <p:nvPr/>
        </p:nvCxnSpPr>
        <p:spPr>
          <a:xfrm>
            <a:off x="6609139" y="3764233"/>
            <a:ext cx="1354572" cy="0"/>
          </a:xfrm>
          <a:prstGeom prst="straightConnector1">
            <a:avLst/>
          </a:prstGeom>
          <a:ln w="76200">
            <a:solidFill>
              <a:srgbClr val="81ADB6"/>
            </a:solidFill>
            <a:tailEnd type="triangle"/>
          </a:ln>
        </p:spPr>
        <p:style>
          <a:lnRef idx="1">
            <a:schemeClr val="accent1"/>
          </a:lnRef>
          <a:fillRef idx="0">
            <a:schemeClr val="accent1"/>
          </a:fillRef>
          <a:effectRef idx="0">
            <a:schemeClr val="accent1"/>
          </a:effectRef>
          <a:fontRef idx="minor">
            <a:schemeClr val="tx1"/>
          </a:fontRef>
        </p:style>
      </p:cxnSp>
      <p:pic>
        <p:nvPicPr>
          <p:cNvPr id="16" name="Image 15">
            <a:extLst>
              <a:ext uri="{FF2B5EF4-FFF2-40B4-BE49-F238E27FC236}">
                <a16:creationId xmlns:a16="http://schemas.microsoft.com/office/drawing/2014/main" id="{6CF23E8D-DA21-49CE-BF08-373272703498}"/>
              </a:ext>
            </a:extLst>
          </p:cNvPr>
          <p:cNvPicPr>
            <a:picLocks noChangeAspect="1"/>
          </p:cNvPicPr>
          <p:nvPr/>
        </p:nvPicPr>
        <p:blipFill>
          <a:blip r:embed="rId3"/>
          <a:stretch>
            <a:fillRect/>
          </a:stretch>
        </p:blipFill>
        <p:spPr>
          <a:xfrm>
            <a:off x="1007983" y="4029623"/>
            <a:ext cx="5296359" cy="472481"/>
          </a:xfrm>
          <a:prstGeom prst="rect">
            <a:avLst/>
          </a:prstGeom>
          <a:ln w="38100">
            <a:solidFill>
              <a:srgbClr val="81ADB6"/>
            </a:solidFill>
          </a:ln>
        </p:spPr>
      </p:pic>
      <p:pic>
        <p:nvPicPr>
          <p:cNvPr id="18" name="Image 17">
            <a:extLst>
              <a:ext uri="{FF2B5EF4-FFF2-40B4-BE49-F238E27FC236}">
                <a16:creationId xmlns:a16="http://schemas.microsoft.com/office/drawing/2014/main" id="{EB307C0C-463D-49A3-A7AC-09CA70E6D44D}"/>
              </a:ext>
            </a:extLst>
          </p:cNvPr>
          <p:cNvPicPr>
            <a:picLocks noChangeAspect="1"/>
          </p:cNvPicPr>
          <p:nvPr/>
        </p:nvPicPr>
        <p:blipFill>
          <a:blip r:embed="rId4"/>
          <a:stretch>
            <a:fillRect/>
          </a:stretch>
        </p:blipFill>
        <p:spPr>
          <a:xfrm>
            <a:off x="8444037" y="2805695"/>
            <a:ext cx="2651990" cy="2011854"/>
          </a:xfrm>
          <a:prstGeom prst="rect">
            <a:avLst/>
          </a:prstGeom>
          <a:ln w="38100">
            <a:solidFill>
              <a:srgbClr val="81ADB6"/>
            </a:solidFill>
          </a:ln>
        </p:spPr>
      </p:pic>
      <p:sp>
        <p:nvSpPr>
          <p:cNvPr id="8" name="Ellipse 7">
            <a:extLst>
              <a:ext uri="{FF2B5EF4-FFF2-40B4-BE49-F238E27FC236}">
                <a16:creationId xmlns:a16="http://schemas.microsoft.com/office/drawing/2014/main" id="{9ABC2E31-1D15-4740-BC92-7B0358EC53C2}"/>
              </a:ext>
            </a:extLst>
          </p:cNvPr>
          <p:cNvSpPr/>
          <p:nvPr/>
        </p:nvSpPr>
        <p:spPr>
          <a:xfrm>
            <a:off x="1905094" y="2930508"/>
            <a:ext cx="368323" cy="360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689654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B8CB82-984F-4062-9A97-1E06A1FD31CF}"/>
              </a:ext>
            </a:extLst>
          </p:cNvPr>
          <p:cNvSpPr>
            <a:spLocks noGrp="1"/>
          </p:cNvSpPr>
          <p:nvPr>
            <p:ph type="title"/>
          </p:nvPr>
        </p:nvSpPr>
        <p:spPr/>
        <p:txBody>
          <a:bodyPr/>
          <a:lstStyle/>
          <a:p>
            <a:r>
              <a:rPr lang="fr-CA"/>
              <a:t>CSS interne (Sélecteurs)</a:t>
            </a:r>
          </a:p>
        </p:txBody>
      </p:sp>
      <p:sp>
        <p:nvSpPr>
          <p:cNvPr id="3" name="Espace réservé du contenu 2">
            <a:extLst>
              <a:ext uri="{FF2B5EF4-FFF2-40B4-BE49-F238E27FC236}">
                <a16:creationId xmlns:a16="http://schemas.microsoft.com/office/drawing/2014/main" id="{8D699A18-1B9B-495D-9E15-86CFF4CAE6AB}"/>
              </a:ext>
            </a:extLst>
          </p:cNvPr>
          <p:cNvSpPr>
            <a:spLocks noGrp="1"/>
          </p:cNvSpPr>
          <p:nvPr>
            <p:ph idx="1"/>
          </p:nvPr>
        </p:nvSpPr>
        <p:spPr/>
        <p:txBody>
          <a:bodyPr/>
          <a:lstStyle/>
          <a:p>
            <a:r>
              <a:rPr lang="fr-CA" b="1"/>
              <a:t>Type 3 de sélecteur </a:t>
            </a:r>
            <a:r>
              <a:rPr lang="fr-CA"/>
              <a:t>: </a:t>
            </a:r>
            <a:r>
              <a:rPr lang="fr-CA">
                <a:solidFill>
                  <a:srgbClr val="F75A3B"/>
                </a:solidFill>
              </a:rPr>
              <a:t>Sélecteur id</a:t>
            </a:r>
          </a:p>
          <a:p>
            <a:pPr lvl="1"/>
            <a:r>
              <a:rPr lang="fr-CA"/>
              <a:t>Ce type de sélecteur peut avoir n’importe quel nom, mais il doit être appliqué à l’élément concerné grâce à l’attribut </a:t>
            </a:r>
            <a:r>
              <a:rPr lang="fr-CA">
                <a:solidFill>
                  <a:srgbClr val="F75A3B"/>
                </a:solidFill>
              </a:rPr>
              <a:t>id</a:t>
            </a:r>
            <a:r>
              <a:rPr lang="fr-CA"/>
              <a:t>.</a:t>
            </a:r>
          </a:p>
          <a:p>
            <a:pPr lvl="1"/>
            <a:endParaRPr lang="fr-CA"/>
          </a:p>
          <a:p>
            <a:pPr lvl="1"/>
            <a:endParaRPr lang="fr-CA"/>
          </a:p>
          <a:p>
            <a:pPr lvl="1"/>
            <a:endParaRPr lang="fr-CA"/>
          </a:p>
          <a:p>
            <a:pPr lvl="1"/>
            <a:endParaRPr lang="fr-CA"/>
          </a:p>
          <a:p>
            <a:pPr lvl="1"/>
            <a:endParaRPr lang="fr-CA"/>
          </a:p>
          <a:p>
            <a:pPr lvl="1"/>
            <a:endParaRPr lang="fr-CA"/>
          </a:p>
          <a:p>
            <a:pPr lvl="1"/>
            <a:r>
              <a:rPr lang="fr-CA"/>
              <a:t>Remarquez que ce sélecteur doit être précédé d’un dièse. Cela dit, quand on précise le nom de </a:t>
            </a:r>
            <a:r>
              <a:rPr lang="fr-CA" dirty="0" err="1"/>
              <a:t>l’id</a:t>
            </a:r>
            <a:r>
              <a:rPr lang="fr-CA"/>
              <a:t> dans l’attribut </a:t>
            </a:r>
            <a:r>
              <a:rPr lang="fr-CA">
                <a:solidFill>
                  <a:srgbClr val="F75A3B"/>
                </a:solidFill>
              </a:rPr>
              <a:t>id</a:t>
            </a:r>
            <a:r>
              <a:rPr lang="fr-CA"/>
              <a:t>, on ne met pas de dièse.</a:t>
            </a:r>
          </a:p>
          <a:p>
            <a:pPr lvl="1"/>
            <a:r>
              <a:rPr lang="fr-CA"/>
              <a:t>La différence avec une </a:t>
            </a:r>
            <a:r>
              <a:rPr lang="fr-CA">
                <a:solidFill>
                  <a:srgbClr val="F75A3B"/>
                </a:solidFill>
              </a:rPr>
              <a:t>classe</a:t>
            </a:r>
            <a:r>
              <a:rPr lang="fr-CA"/>
              <a:t> : On ne peut l’appliquer qu’à </a:t>
            </a:r>
            <a:r>
              <a:rPr lang="fr-CA" b="1"/>
              <a:t>un seul</a:t>
            </a:r>
            <a:r>
              <a:rPr lang="fr-CA"/>
              <a:t> élément par page Web !</a:t>
            </a:r>
          </a:p>
          <a:p>
            <a:pPr lvl="1"/>
            <a:endParaRPr lang="fr-CA"/>
          </a:p>
        </p:txBody>
      </p:sp>
      <p:pic>
        <p:nvPicPr>
          <p:cNvPr id="5" name="Image 4">
            <a:extLst>
              <a:ext uri="{FF2B5EF4-FFF2-40B4-BE49-F238E27FC236}">
                <a16:creationId xmlns:a16="http://schemas.microsoft.com/office/drawing/2014/main" id="{BD450333-64D3-4519-ABBE-4C304C762E7A}"/>
              </a:ext>
            </a:extLst>
          </p:cNvPr>
          <p:cNvPicPr>
            <a:picLocks noChangeAspect="1"/>
          </p:cNvPicPr>
          <p:nvPr/>
        </p:nvPicPr>
        <p:blipFill>
          <a:blip r:embed="rId2"/>
          <a:stretch>
            <a:fillRect/>
          </a:stretch>
        </p:blipFill>
        <p:spPr>
          <a:xfrm>
            <a:off x="2320577" y="2567336"/>
            <a:ext cx="2712955" cy="815411"/>
          </a:xfrm>
          <a:prstGeom prst="rect">
            <a:avLst/>
          </a:prstGeom>
          <a:ln w="38100">
            <a:solidFill>
              <a:srgbClr val="81ADB6"/>
            </a:solidFill>
          </a:ln>
        </p:spPr>
      </p:pic>
      <p:pic>
        <p:nvPicPr>
          <p:cNvPr id="7" name="Image 6">
            <a:extLst>
              <a:ext uri="{FF2B5EF4-FFF2-40B4-BE49-F238E27FC236}">
                <a16:creationId xmlns:a16="http://schemas.microsoft.com/office/drawing/2014/main" id="{317C2737-2461-4637-A9D1-D936C776B877}"/>
              </a:ext>
            </a:extLst>
          </p:cNvPr>
          <p:cNvPicPr>
            <a:picLocks noChangeAspect="1"/>
          </p:cNvPicPr>
          <p:nvPr/>
        </p:nvPicPr>
        <p:blipFill>
          <a:blip r:embed="rId3"/>
          <a:stretch>
            <a:fillRect/>
          </a:stretch>
        </p:blipFill>
        <p:spPr>
          <a:xfrm>
            <a:off x="1485787" y="3749343"/>
            <a:ext cx="4473328" cy="487722"/>
          </a:xfrm>
          <a:prstGeom prst="rect">
            <a:avLst/>
          </a:prstGeom>
          <a:ln w="38100">
            <a:solidFill>
              <a:srgbClr val="81ADB6"/>
            </a:solidFill>
          </a:ln>
        </p:spPr>
      </p:pic>
      <p:pic>
        <p:nvPicPr>
          <p:cNvPr id="9" name="Image 8">
            <a:extLst>
              <a:ext uri="{FF2B5EF4-FFF2-40B4-BE49-F238E27FC236}">
                <a16:creationId xmlns:a16="http://schemas.microsoft.com/office/drawing/2014/main" id="{2C75BD5B-F447-44A8-84DB-0BD6F495B531}"/>
              </a:ext>
            </a:extLst>
          </p:cNvPr>
          <p:cNvPicPr>
            <a:picLocks noChangeAspect="1"/>
          </p:cNvPicPr>
          <p:nvPr/>
        </p:nvPicPr>
        <p:blipFill>
          <a:blip r:embed="rId4"/>
          <a:stretch>
            <a:fillRect/>
          </a:stretch>
        </p:blipFill>
        <p:spPr>
          <a:xfrm>
            <a:off x="8138050" y="2567336"/>
            <a:ext cx="2568163" cy="1737511"/>
          </a:xfrm>
          <a:prstGeom prst="rect">
            <a:avLst/>
          </a:prstGeom>
          <a:ln w="38100">
            <a:solidFill>
              <a:srgbClr val="81ADB6"/>
            </a:solidFill>
          </a:ln>
        </p:spPr>
      </p:pic>
      <p:cxnSp>
        <p:nvCxnSpPr>
          <p:cNvPr id="10" name="Connecteur droit avec flèche 9">
            <a:extLst>
              <a:ext uri="{FF2B5EF4-FFF2-40B4-BE49-F238E27FC236}">
                <a16:creationId xmlns:a16="http://schemas.microsoft.com/office/drawing/2014/main" id="{C4A24191-3902-4922-9F74-CCAC31BD2AC2}"/>
              </a:ext>
            </a:extLst>
          </p:cNvPr>
          <p:cNvCxnSpPr>
            <a:cxnSpLocks/>
          </p:cNvCxnSpPr>
          <p:nvPr/>
        </p:nvCxnSpPr>
        <p:spPr>
          <a:xfrm>
            <a:off x="6408101" y="3429000"/>
            <a:ext cx="1354572" cy="0"/>
          </a:xfrm>
          <a:prstGeom prst="straightConnector1">
            <a:avLst/>
          </a:prstGeom>
          <a:ln w="762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
        <p:nvSpPr>
          <p:cNvPr id="8" name="Ellipse 7">
            <a:extLst>
              <a:ext uri="{FF2B5EF4-FFF2-40B4-BE49-F238E27FC236}">
                <a16:creationId xmlns:a16="http://schemas.microsoft.com/office/drawing/2014/main" id="{B445EFE3-5BD0-43F3-9D35-A5E428F9C0B9}"/>
              </a:ext>
            </a:extLst>
          </p:cNvPr>
          <p:cNvSpPr/>
          <p:nvPr/>
        </p:nvSpPr>
        <p:spPr>
          <a:xfrm>
            <a:off x="2207097" y="2508308"/>
            <a:ext cx="368323" cy="3607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315455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07FCC2-F0DD-45EA-A729-79BBAED208E6}"/>
              </a:ext>
            </a:extLst>
          </p:cNvPr>
          <p:cNvSpPr>
            <a:spLocks noGrp="1"/>
          </p:cNvSpPr>
          <p:nvPr>
            <p:ph type="title"/>
          </p:nvPr>
        </p:nvSpPr>
        <p:spPr/>
        <p:txBody>
          <a:bodyPr/>
          <a:lstStyle/>
          <a:p>
            <a:r>
              <a:rPr lang="fr-CA"/>
              <a:t>CSS interne (Sélecteurs)</a:t>
            </a:r>
          </a:p>
        </p:txBody>
      </p:sp>
      <p:sp>
        <p:nvSpPr>
          <p:cNvPr id="3" name="Espace réservé du contenu 2">
            <a:extLst>
              <a:ext uri="{FF2B5EF4-FFF2-40B4-BE49-F238E27FC236}">
                <a16:creationId xmlns:a16="http://schemas.microsoft.com/office/drawing/2014/main" id="{EB6FD985-F427-43B9-92EB-2B62C1036EB9}"/>
              </a:ext>
            </a:extLst>
          </p:cNvPr>
          <p:cNvSpPr>
            <a:spLocks noGrp="1"/>
          </p:cNvSpPr>
          <p:nvPr>
            <p:ph idx="1"/>
          </p:nvPr>
        </p:nvSpPr>
        <p:spPr/>
        <p:txBody>
          <a:bodyPr/>
          <a:lstStyle/>
          <a:p>
            <a:r>
              <a:rPr lang="fr-CA"/>
              <a:t>Tous les éléments HTML peuvent avoir un </a:t>
            </a:r>
            <a:r>
              <a:rPr lang="fr-CA">
                <a:solidFill>
                  <a:srgbClr val="F75A3B"/>
                </a:solidFill>
              </a:rPr>
              <a:t>id</a:t>
            </a:r>
            <a:r>
              <a:rPr lang="fr-CA"/>
              <a:t> et / ou une </a:t>
            </a:r>
            <a:r>
              <a:rPr lang="fr-CA">
                <a:solidFill>
                  <a:srgbClr val="F75A3B"/>
                </a:solidFill>
              </a:rPr>
              <a:t>classe</a:t>
            </a:r>
            <a:r>
              <a:rPr lang="fr-CA"/>
              <a:t>.</a:t>
            </a:r>
          </a:p>
          <a:p>
            <a:r>
              <a:rPr lang="fr-CA"/>
              <a:t>Un élément HTML peut avoir plusieurs </a:t>
            </a:r>
            <a:r>
              <a:rPr lang="fr-CA">
                <a:solidFill>
                  <a:srgbClr val="F75A3B"/>
                </a:solidFill>
              </a:rPr>
              <a:t>classes</a:t>
            </a:r>
            <a:r>
              <a:rPr lang="fr-CA"/>
              <a:t> et </a:t>
            </a:r>
            <a:r>
              <a:rPr lang="fr-CA" dirty="0"/>
              <a:t>un seul </a:t>
            </a:r>
            <a:r>
              <a:rPr lang="fr-CA" dirty="0">
                <a:solidFill>
                  <a:srgbClr val="F75A3B"/>
                </a:solidFill>
              </a:rPr>
              <a:t>id</a:t>
            </a:r>
            <a:r>
              <a:rPr lang="fr-CA"/>
              <a:t>.</a:t>
            </a:r>
          </a:p>
          <a:p>
            <a:pPr lvl="1"/>
            <a:r>
              <a:rPr lang="fr-CA"/>
              <a:t>Séparez simplement vos classes par des espaces.</a:t>
            </a:r>
          </a:p>
          <a:p>
            <a:pPr lvl="1"/>
            <a:endParaRPr lang="fr-CA"/>
          </a:p>
          <a:p>
            <a:pPr lvl="1"/>
            <a:endParaRPr lang="fr-CA"/>
          </a:p>
          <a:p>
            <a:r>
              <a:rPr lang="fr-CA"/>
              <a:t>S’il y a un conflit de style, la priorité respectée sera la suivante :</a:t>
            </a:r>
          </a:p>
          <a:p>
            <a:pPr lvl="1"/>
            <a:r>
              <a:rPr lang="fr-CA" b="1">
                <a:solidFill>
                  <a:srgbClr val="8197B6"/>
                </a:solidFill>
              </a:rPr>
              <a:t> </a:t>
            </a:r>
            <a:r>
              <a:rPr lang="fr-CA" b="1">
                <a:solidFill>
                  <a:srgbClr val="B681AE"/>
                </a:solidFill>
              </a:rPr>
              <a:t>Style </a:t>
            </a:r>
            <a:r>
              <a:rPr lang="fr-CA" b="1" dirty="0" err="1">
                <a:solidFill>
                  <a:srgbClr val="B681AE"/>
                </a:solidFill>
              </a:rPr>
              <a:t>intraligne</a:t>
            </a:r>
            <a:r>
              <a:rPr lang="fr-CA"/>
              <a:t> &gt; </a:t>
            </a:r>
            <a:r>
              <a:rPr lang="fr-CA" b="1">
                <a:solidFill>
                  <a:srgbClr val="A785B8"/>
                </a:solidFill>
              </a:rPr>
              <a:t>ID</a:t>
            </a:r>
            <a:r>
              <a:rPr lang="fr-CA"/>
              <a:t> &gt; </a:t>
            </a:r>
            <a:r>
              <a:rPr lang="fr-CA" b="1">
                <a:solidFill>
                  <a:srgbClr val="8197B6"/>
                </a:solidFill>
              </a:rPr>
              <a:t>Classe</a:t>
            </a:r>
            <a:r>
              <a:rPr lang="fr-CA"/>
              <a:t> &gt; </a:t>
            </a:r>
            <a:r>
              <a:rPr lang="fr-CA" b="1"/>
              <a:t>Élément</a:t>
            </a:r>
          </a:p>
        </p:txBody>
      </p:sp>
      <p:pic>
        <p:nvPicPr>
          <p:cNvPr id="5" name="Image 4">
            <a:extLst>
              <a:ext uri="{FF2B5EF4-FFF2-40B4-BE49-F238E27FC236}">
                <a16:creationId xmlns:a16="http://schemas.microsoft.com/office/drawing/2014/main" id="{0EF2DD76-142E-46E7-853C-619C39FFB6B9}"/>
              </a:ext>
            </a:extLst>
          </p:cNvPr>
          <p:cNvPicPr>
            <a:picLocks noChangeAspect="1"/>
          </p:cNvPicPr>
          <p:nvPr/>
        </p:nvPicPr>
        <p:blipFill>
          <a:blip r:embed="rId2"/>
          <a:stretch>
            <a:fillRect/>
          </a:stretch>
        </p:blipFill>
        <p:spPr>
          <a:xfrm>
            <a:off x="3230631" y="2609832"/>
            <a:ext cx="5730737" cy="419136"/>
          </a:xfrm>
          <a:prstGeom prst="rect">
            <a:avLst/>
          </a:prstGeom>
          <a:ln w="38100">
            <a:solidFill>
              <a:srgbClr val="81ADB6"/>
            </a:solidFill>
          </a:ln>
        </p:spPr>
      </p:pic>
      <p:pic>
        <p:nvPicPr>
          <p:cNvPr id="7" name="Image 6">
            <a:extLst>
              <a:ext uri="{FF2B5EF4-FFF2-40B4-BE49-F238E27FC236}">
                <a16:creationId xmlns:a16="http://schemas.microsoft.com/office/drawing/2014/main" id="{06287197-A70D-4CC2-A050-5A706A52D9E9}"/>
              </a:ext>
            </a:extLst>
          </p:cNvPr>
          <p:cNvPicPr>
            <a:picLocks noChangeAspect="1"/>
          </p:cNvPicPr>
          <p:nvPr/>
        </p:nvPicPr>
        <p:blipFill>
          <a:blip r:embed="rId3"/>
          <a:stretch>
            <a:fillRect/>
          </a:stretch>
        </p:blipFill>
        <p:spPr>
          <a:xfrm>
            <a:off x="963119" y="4340421"/>
            <a:ext cx="3741744" cy="1325995"/>
          </a:xfrm>
          <a:prstGeom prst="rect">
            <a:avLst/>
          </a:prstGeom>
          <a:ln w="38100">
            <a:solidFill>
              <a:srgbClr val="81ADB6"/>
            </a:solidFill>
          </a:ln>
        </p:spPr>
      </p:pic>
      <p:pic>
        <p:nvPicPr>
          <p:cNvPr id="9" name="Image 8">
            <a:extLst>
              <a:ext uri="{FF2B5EF4-FFF2-40B4-BE49-F238E27FC236}">
                <a16:creationId xmlns:a16="http://schemas.microsoft.com/office/drawing/2014/main" id="{C0039FAA-24E0-4BDB-ABA7-0CBC0BA4C473}"/>
              </a:ext>
            </a:extLst>
          </p:cNvPr>
          <p:cNvPicPr>
            <a:picLocks noChangeAspect="1"/>
          </p:cNvPicPr>
          <p:nvPr/>
        </p:nvPicPr>
        <p:blipFill>
          <a:blip r:embed="rId4"/>
          <a:stretch>
            <a:fillRect/>
          </a:stretch>
        </p:blipFill>
        <p:spPr>
          <a:xfrm>
            <a:off x="5197132" y="4340421"/>
            <a:ext cx="6363251" cy="411516"/>
          </a:xfrm>
          <a:prstGeom prst="rect">
            <a:avLst/>
          </a:prstGeom>
          <a:ln w="38100">
            <a:solidFill>
              <a:srgbClr val="81ADB6"/>
            </a:solidFill>
          </a:ln>
        </p:spPr>
      </p:pic>
      <p:pic>
        <p:nvPicPr>
          <p:cNvPr id="11" name="Image 10">
            <a:extLst>
              <a:ext uri="{FF2B5EF4-FFF2-40B4-BE49-F238E27FC236}">
                <a16:creationId xmlns:a16="http://schemas.microsoft.com/office/drawing/2014/main" id="{FD9B56F6-9C3D-489D-9BF0-82081D558986}"/>
              </a:ext>
            </a:extLst>
          </p:cNvPr>
          <p:cNvPicPr>
            <a:picLocks noChangeAspect="1"/>
          </p:cNvPicPr>
          <p:nvPr/>
        </p:nvPicPr>
        <p:blipFill>
          <a:blip r:embed="rId5"/>
          <a:stretch>
            <a:fillRect/>
          </a:stretch>
        </p:blipFill>
        <p:spPr>
          <a:xfrm>
            <a:off x="7487139" y="5538199"/>
            <a:ext cx="1661304" cy="327688"/>
          </a:xfrm>
          <a:prstGeom prst="rect">
            <a:avLst/>
          </a:prstGeom>
          <a:ln w="38100">
            <a:solidFill>
              <a:srgbClr val="81ADB6"/>
            </a:solidFill>
          </a:ln>
        </p:spPr>
      </p:pic>
      <p:cxnSp>
        <p:nvCxnSpPr>
          <p:cNvPr id="12" name="Connecteur droit avec flèche 11">
            <a:extLst>
              <a:ext uri="{FF2B5EF4-FFF2-40B4-BE49-F238E27FC236}">
                <a16:creationId xmlns:a16="http://schemas.microsoft.com/office/drawing/2014/main" id="{410E63BA-EB2E-4F8C-A2D5-004128FE4A1C}"/>
              </a:ext>
            </a:extLst>
          </p:cNvPr>
          <p:cNvCxnSpPr>
            <a:cxnSpLocks/>
          </p:cNvCxnSpPr>
          <p:nvPr/>
        </p:nvCxnSpPr>
        <p:spPr>
          <a:xfrm>
            <a:off x="8269327" y="4920575"/>
            <a:ext cx="0" cy="520429"/>
          </a:xfrm>
          <a:prstGeom prst="straightConnector1">
            <a:avLst/>
          </a:prstGeom>
          <a:ln w="762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0702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90F860-995B-4113-AAD1-DD4ABCB02B6A}"/>
              </a:ext>
            </a:extLst>
          </p:cNvPr>
          <p:cNvSpPr>
            <a:spLocks noGrp="1"/>
          </p:cNvSpPr>
          <p:nvPr>
            <p:ph type="title"/>
          </p:nvPr>
        </p:nvSpPr>
        <p:spPr/>
        <p:txBody>
          <a:bodyPr/>
          <a:lstStyle/>
          <a:p>
            <a:r>
              <a:rPr lang="fr-CA"/>
              <a:t>Question de priorité</a:t>
            </a:r>
          </a:p>
        </p:txBody>
      </p:sp>
      <p:sp>
        <p:nvSpPr>
          <p:cNvPr id="3" name="Espace réservé du contenu 2">
            <a:extLst>
              <a:ext uri="{FF2B5EF4-FFF2-40B4-BE49-F238E27FC236}">
                <a16:creationId xmlns:a16="http://schemas.microsoft.com/office/drawing/2014/main" id="{AA7F97F6-5987-40C2-8940-7D7EB7005D61}"/>
              </a:ext>
            </a:extLst>
          </p:cNvPr>
          <p:cNvSpPr>
            <a:spLocks noGrp="1"/>
          </p:cNvSpPr>
          <p:nvPr>
            <p:ph idx="1"/>
          </p:nvPr>
        </p:nvSpPr>
        <p:spPr/>
        <p:txBody>
          <a:bodyPr/>
          <a:lstStyle/>
          <a:p>
            <a:r>
              <a:rPr lang="fr-CA"/>
              <a:t>De quelle </a:t>
            </a:r>
            <a:r>
              <a:rPr lang="fr-CA" b="1"/>
              <a:t>couleur</a:t>
            </a:r>
            <a:r>
              <a:rPr lang="fr-CA"/>
              <a:t> sera chaque paragraphe ?</a:t>
            </a:r>
          </a:p>
        </p:txBody>
      </p:sp>
      <p:pic>
        <p:nvPicPr>
          <p:cNvPr id="9" name="Image 8">
            <a:extLst>
              <a:ext uri="{FF2B5EF4-FFF2-40B4-BE49-F238E27FC236}">
                <a16:creationId xmlns:a16="http://schemas.microsoft.com/office/drawing/2014/main" id="{C9853CB8-137C-47A4-AD4C-F6EFC0D87516}"/>
              </a:ext>
            </a:extLst>
          </p:cNvPr>
          <p:cNvPicPr>
            <a:picLocks noChangeAspect="1"/>
          </p:cNvPicPr>
          <p:nvPr/>
        </p:nvPicPr>
        <p:blipFill>
          <a:blip r:embed="rId2"/>
          <a:stretch>
            <a:fillRect/>
          </a:stretch>
        </p:blipFill>
        <p:spPr>
          <a:xfrm>
            <a:off x="77761" y="5732834"/>
            <a:ext cx="6069538" cy="539789"/>
          </a:xfrm>
          <a:prstGeom prst="rect">
            <a:avLst/>
          </a:prstGeom>
        </p:spPr>
      </p:pic>
      <p:pic>
        <p:nvPicPr>
          <p:cNvPr id="10" name="Image 9">
            <a:extLst>
              <a:ext uri="{FF2B5EF4-FFF2-40B4-BE49-F238E27FC236}">
                <a16:creationId xmlns:a16="http://schemas.microsoft.com/office/drawing/2014/main" id="{C2CF963C-D9D6-4508-BD80-5B11005C249C}"/>
              </a:ext>
            </a:extLst>
          </p:cNvPr>
          <p:cNvPicPr>
            <a:picLocks noChangeAspect="1"/>
          </p:cNvPicPr>
          <p:nvPr/>
        </p:nvPicPr>
        <p:blipFill>
          <a:blip r:embed="rId3"/>
          <a:stretch>
            <a:fillRect/>
          </a:stretch>
        </p:blipFill>
        <p:spPr>
          <a:xfrm>
            <a:off x="1799911" y="1636819"/>
            <a:ext cx="4671465" cy="1333616"/>
          </a:xfrm>
          <a:prstGeom prst="rect">
            <a:avLst/>
          </a:prstGeom>
          <a:ln w="38100">
            <a:solidFill>
              <a:srgbClr val="B681AE"/>
            </a:solidFill>
          </a:ln>
        </p:spPr>
      </p:pic>
      <p:pic>
        <p:nvPicPr>
          <p:cNvPr id="11" name="Image 10">
            <a:extLst>
              <a:ext uri="{FF2B5EF4-FFF2-40B4-BE49-F238E27FC236}">
                <a16:creationId xmlns:a16="http://schemas.microsoft.com/office/drawing/2014/main" id="{22D3D8F0-45B8-46E8-93FB-3E933F85E676}"/>
              </a:ext>
            </a:extLst>
          </p:cNvPr>
          <p:cNvPicPr>
            <a:picLocks noChangeAspect="1"/>
          </p:cNvPicPr>
          <p:nvPr/>
        </p:nvPicPr>
        <p:blipFill>
          <a:blip r:embed="rId4"/>
          <a:stretch>
            <a:fillRect/>
          </a:stretch>
        </p:blipFill>
        <p:spPr>
          <a:xfrm>
            <a:off x="1726478" y="3162811"/>
            <a:ext cx="6309907" cy="1188823"/>
          </a:xfrm>
          <a:prstGeom prst="rect">
            <a:avLst/>
          </a:prstGeom>
          <a:ln w="38100">
            <a:solidFill>
              <a:srgbClr val="B681AE"/>
            </a:solidFill>
          </a:ln>
        </p:spPr>
      </p:pic>
    </p:spTree>
    <p:extLst>
      <p:ext uri="{BB962C8B-B14F-4D97-AF65-F5344CB8AC3E}">
        <p14:creationId xmlns:p14="http://schemas.microsoft.com/office/powerpoint/2010/main" val="2192961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90F860-995B-4113-AAD1-DD4ABCB02B6A}"/>
              </a:ext>
            </a:extLst>
          </p:cNvPr>
          <p:cNvSpPr>
            <a:spLocks noGrp="1"/>
          </p:cNvSpPr>
          <p:nvPr>
            <p:ph type="title"/>
          </p:nvPr>
        </p:nvSpPr>
        <p:spPr/>
        <p:txBody>
          <a:bodyPr/>
          <a:lstStyle/>
          <a:p>
            <a:r>
              <a:rPr lang="fr-CA"/>
              <a:t>Question de priorité</a:t>
            </a:r>
          </a:p>
        </p:txBody>
      </p:sp>
      <p:sp>
        <p:nvSpPr>
          <p:cNvPr id="3" name="Espace réservé du contenu 2">
            <a:extLst>
              <a:ext uri="{FF2B5EF4-FFF2-40B4-BE49-F238E27FC236}">
                <a16:creationId xmlns:a16="http://schemas.microsoft.com/office/drawing/2014/main" id="{AA7F97F6-5987-40C2-8940-7D7EB7005D61}"/>
              </a:ext>
            </a:extLst>
          </p:cNvPr>
          <p:cNvSpPr>
            <a:spLocks noGrp="1"/>
          </p:cNvSpPr>
          <p:nvPr>
            <p:ph idx="1"/>
          </p:nvPr>
        </p:nvSpPr>
        <p:spPr/>
        <p:txBody>
          <a:bodyPr/>
          <a:lstStyle/>
          <a:p>
            <a:r>
              <a:rPr lang="fr-CA"/>
              <a:t>De quelle </a:t>
            </a:r>
            <a:r>
              <a:rPr lang="fr-CA" b="1"/>
              <a:t>couleur</a:t>
            </a:r>
            <a:r>
              <a:rPr lang="fr-CA"/>
              <a:t> sera chaque paragraphe ?</a:t>
            </a:r>
          </a:p>
        </p:txBody>
      </p:sp>
      <p:pic>
        <p:nvPicPr>
          <p:cNvPr id="5" name="Image 4">
            <a:extLst>
              <a:ext uri="{FF2B5EF4-FFF2-40B4-BE49-F238E27FC236}">
                <a16:creationId xmlns:a16="http://schemas.microsoft.com/office/drawing/2014/main" id="{FD0939FC-8629-4CFA-A4E4-4D2F086B4975}"/>
              </a:ext>
            </a:extLst>
          </p:cNvPr>
          <p:cNvPicPr>
            <a:picLocks noChangeAspect="1"/>
          </p:cNvPicPr>
          <p:nvPr/>
        </p:nvPicPr>
        <p:blipFill>
          <a:blip r:embed="rId2"/>
          <a:stretch>
            <a:fillRect/>
          </a:stretch>
        </p:blipFill>
        <p:spPr>
          <a:xfrm>
            <a:off x="1799911" y="1636819"/>
            <a:ext cx="4671465" cy="1333616"/>
          </a:xfrm>
          <a:prstGeom prst="rect">
            <a:avLst/>
          </a:prstGeom>
          <a:ln w="38100">
            <a:solidFill>
              <a:srgbClr val="B681AE"/>
            </a:solidFill>
          </a:ln>
        </p:spPr>
      </p:pic>
      <p:pic>
        <p:nvPicPr>
          <p:cNvPr id="7" name="Image 6">
            <a:extLst>
              <a:ext uri="{FF2B5EF4-FFF2-40B4-BE49-F238E27FC236}">
                <a16:creationId xmlns:a16="http://schemas.microsoft.com/office/drawing/2014/main" id="{3E0F700A-1B00-4312-9CE6-7F488C14F8E4}"/>
              </a:ext>
            </a:extLst>
          </p:cNvPr>
          <p:cNvPicPr>
            <a:picLocks noChangeAspect="1"/>
          </p:cNvPicPr>
          <p:nvPr/>
        </p:nvPicPr>
        <p:blipFill>
          <a:blip r:embed="rId3"/>
          <a:stretch>
            <a:fillRect/>
          </a:stretch>
        </p:blipFill>
        <p:spPr>
          <a:xfrm>
            <a:off x="1726478" y="3162811"/>
            <a:ext cx="6309907" cy="1188823"/>
          </a:xfrm>
          <a:prstGeom prst="rect">
            <a:avLst/>
          </a:prstGeom>
          <a:ln w="38100">
            <a:solidFill>
              <a:srgbClr val="B681AE"/>
            </a:solidFill>
          </a:ln>
        </p:spPr>
      </p:pic>
      <p:pic>
        <p:nvPicPr>
          <p:cNvPr id="9" name="Image 8">
            <a:extLst>
              <a:ext uri="{FF2B5EF4-FFF2-40B4-BE49-F238E27FC236}">
                <a16:creationId xmlns:a16="http://schemas.microsoft.com/office/drawing/2014/main" id="{C9853CB8-137C-47A4-AD4C-F6EFC0D87516}"/>
              </a:ext>
            </a:extLst>
          </p:cNvPr>
          <p:cNvPicPr>
            <a:picLocks noChangeAspect="1"/>
          </p:cNvPicPr>
          <p:nvPr/>
        </p:nvPicPr>
        <p:blipFill>
          <a:blip r:embed="rId4"/>
          <a:stretch>
            <a:fillRect/>
          </a:stretch>
        </p:blipFill>
        <p:spPr>
          <a:xfrm>
            <a:off x="77761" y="5732834"/>
            <a:ext cx="6069538" cy="539789"/>
          </a:xfrm>
          <a:prstGeom prst="rect">
            <a:avLst/>
          </a:prstGeom>
        </p:spPr>
      </p:pic>
      <p:pic>
        <p:nvPicPr>
          <p:cNvPr id="6" name="Image 5">
            <a:extLst>
              <a:ext uri="{FF2B5EF4-FFF2-40B4-BE49-F238E27FC236}">
                <a16:creationId xmlns:a16="http://schemas.microsoft.com/office/drawing/2014/main" id="{FD20B6B0-CCD4-4C53-8266-A7B67130D68A}"/>
              </a:ext>
            </a:extLst>
          </p:cNvPr>
          <p:cNvPicPr>
            <a:picLocks noChangeAspect="1"/>
          </p:cNvPicPr>
          <p:nvPr/>
        </p:nvPicPr>
        <p:blipFill>
          <a:blip r:embed="rId5"/>
          <a:stretch>
            <a:fillRect/>
          </a:stretch>
        </p:blipFill>
        <p:spPr>
          <a:xfrm>
            <a:off x="8514714" y="1855791"/>
            <a:ext cx="1569856" cy="1966130"/>
          </a:xfrm>
          <a:prstGeom prst="rect">
            <a:avLst/>
          </a:prstGeom>
          <a:ln w="38100">
            <a:solidFill>
              <a:srgbClr val="B681AE"/>
            </a:solidFill>
          </a:ln>
        </p:spPr>
      </p:pic>
    </p:spTree>
    <p:extLst>
      <p:ext uri="{BB962C8B-B14F-4D97-AF65-F5344CB8AC3E}">
        <p14:creationId xmlns:p14="http://schemas.microsoft.com/office/powerpoint/2010/main" val="1966759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D3C68A-C6B1-4204-BC3E-7FF9CD6DA83F}"/>
              </a:ext>
            </a:extLst>
          </p:cNvPr>
          <p:cNvSpPr>
            <a:spLocks noGrp="1"/>
          </p:cNvSpPr>
          <p:nvPr>
            <p:ph type="title"/>
          </p:nvPr>
        </p:nvSpPr>
        <p:spPr/>
        <p:txBody>
          <a:bodyPr/>
          <a:lstStyle/>
          <a:p>
            <a:r>
              <a:rPr lang="fr-CA"/>
              <a:t>CSS externe</a:t>
            </a:r>
          </a:p>
        </p:txBody>
      </p:sp>
      <p:sp>
        <p:nvSpPr>
          <p:cNvPr id="3" name="Espace réservé du contenu 2">
            <a:extLst>
              <a:ext uri="{FF2B5EF4-FFF2-40B4-BE49-F238E27FC236}">
                <a16:creationId xmlns:a16="http://schemas.microsoft.com/office/drawing/2014/main" id="{DC430240-6877-48F9-88ED-699FB467A078}"/>
              </a:ext>
            </a:extLst>
          </p:cNvPr>
          <p:cNvSpPr>
            <a:spLocks noGrp="1"/>
          </p:cNvSpPr>
          <p:nvPr>
            <p:ph idx="1"/>
          </p:nvPr>
        </p:nvSpPr>
        <p:spPr/>
        <p:txBody>
          <a:bodyPr/>
          <a:lstStyle/>
          <a:p>
            <a:r>
              <a:rPr lang="fr-CA" b="1"/>
              <a:t>Manière #3</a:t>
            </a:r>
            <a:r>
              <a:rPr lang="fr-CA"/>
              <a:t> d’appliquer du CSS : </a:t>
            </a:r>
            <a:r>
              <a:rPr lang="fr-CA" b="1">
                <a:solidFill>
                  <a:srgbClr val="F75A3B"/>
                </a:solidFill>
              </a:rPr>
              <a:t>CSS externe</a:t>
            </a:r>
            <a:r>
              <a:rPr lang="fr-CA"/>
              <a:t>.</a:t>
            </a:r>
          </a:p>
          <a:p>
            <a:pPr lvl="1"/>
            <a:r>
              <a:rPr lang="fr-CA"/>
              <a:t>Fonctionne exactement comme le </a:t>
            </a:r>
            <a:r>
              <a:rPr lang="fr-CA" b="1"/>
              <a:t>CSS interne</a:t>
            </a:r>
            <a:r>
              <a:rPr lang="fr-CA"/>
              <a:t> … mais au lieu de glisser du CSS dans </a:t>
            </a:r>
            <a:r>
              <a:rPr lang="fr-CA">
                <a:solidFill>
                  <a:srgbClr val="F75A3B"/>
                </a:solidFill>
              </a:rPr>
              <a:t>&lt;style&gt; </a:t>
            </a:r>
            <a:r>
              <a:rPr lang="fr-CA"/>
              <a:t>dans le </a:t>
            </a:r>
            <a:r>
              <a:rPr lang="fr-CA">
                <a:solidFill>
                  <a:srgbClr val="F75A3B"/>
                </a:solidFill>
              </a:rPr>
              <a:t>&lt;head&gt; </a:t>
            </a:r>
            <a:r>
              <a:rPr lang="fr-CA"/>
              <a:t>… on va l’insérer dans </a:t>
            </a:r>
            <a:r>
              <a:rPr lang="fr-CA" b="1"/>
              <a:t>un autre fichier</a:t>
            </a:r>
            <a:r>
              <a:rPr lang="fr-CA"/>
              <a:t>.</a:t>
            </a:r>
          </a:p>
          <a:p>
            <a:pPr lvl="1"/>
            <a:endParaRPr lang="fr-CA"/>
          </a:p>
          <a:p>
            <a:pPr lvl="1"/>
            <a:r>
              <a:rPr lang="fr-CA"/>
              <a:t>C’est un fichier avec l’extension </a:t>
            </a:r>
            <a:r>
              <a:rPr lang="fr-CA" b="1"/>
              <a:t>.css</a:t>
            </a:r>
          </a:p>
          <a:p>
            <a:pPr lvl="1"/>
            <a:endParaRPr lang="fr-CA"/>
          </a:p>
          <a:p>
            <a:pPr lvl="1"/>
            <a:r>
              <a:rPr lang="fr-CA"/>
              <a:t>On y glisse nos sélecteurs et nos règles CSS</a:t>
            </a:r>
          </a:p>
          <a:p>
            <a:pPr marL="457200" lvl="1" indent="0">
              <a:buNone/>
            </a:pPr>
            <a:r>
              <a:rPr lang="fr-CA"/>
              <a:t>comme dans le </a:t>
            </a:r>
            <a:r>
              <a:rPr lang="fr-CA">
                <a:solidFill>
                  <a:srgbClr val="F75A3B"/>
                </a:solidFill>
              </a:rPr>
              <a:t>&lt;head&gt;</a:t>
            </a:r>
            <a:r>
              <a:rPr lang="fr-CA"/>
              <a:t>, mais on doit insérer</a:t>
            </a:r>
          </a:p>
          <a:p>
            <a:pPr marL="457200" lvl="1" indent="0">
              <a:buNone/>
            </a:pPr>
            <a:r>
              <a:rPr lang="fr-CA"/>
              <a:t>une ligne supplémentaire au tout début :</a:t>
            </a:r>
          </a:p>
          <a:p>
            <a:pPr marL="457200" lvl="1" indent="0">
              <a:buNone/>
            </a:pPr>
            <a:r>
              <a:rPr lang="fr-CA"/>
              <a:t>	</a:t>
            </a:r>
            <a:r>
              <a:rPr lang="fr-CA">
                <a:solidFill>
                  <a:srgbClr val="F75A3B"/>
                </a:solidFill>
                <a:latin typeface="Courier New" panose="02070309020205020404" pitchFamily="49" charset="0"/>
                <a:cs typeface="Courier New" panose="02070309020205020404" pitchFamily="49" charset="0"/>
              </a:rPr>
              <a:t>@charset </a:t>
            </a:r>
            <a:r>
              <a:rPr lang="en-CA" b="0">
                <a:solidFill>
                  <a:srgbClr val="F75A3B"/>
                </a:solidFill>
                <a:effectLst/>
                <a:latin typeface="Courier New" panose="02070309020205020404" pitchFamily="49" charset="0"/>
                <a:cs typeface="Courier New" panose="02070309020205020404" pitchFamily="49" charset="0"/>
              </a:rPr>
              <a:t>"</a:t>
            </a:r>
            <a:r>
              <a:rPr lang="fr-CA">
                <a:solidFill>
                  <a:srgbClr val="F75A3B"/>
                </a:solidFill>
                <a:latin typeface="Courier New" panose="02070309020205020404" pitchFamily="49" charset="0"/>
                <a:cs typeface="Courier New" panose="02070309020205020404" pitchFamily="49" charset="0"/>
              </a:rPr>
              <a:t>UTF-8</a:t>
            </a:r>
            <a:r>
              <a:rPr lang="en-CA" b="0">
                <a:solidFill>
                  <a:srgbClr val="F75A3B"/>
                </a:solidFill>
                <a:effectLst/>
                <a:latin typeface="Courier New" panose="02070309020205020404" pitchFamily="49" charset="0"/>
                <a:cs typeface="Courier New" panose="02070309020205020404" pitchFamily="49" charset="0"/>
              </a:rPr>
              <a:t>"</a:t>
            </a:r>
            <a:r>
              <a:rPr lang="fr-CA">
                <a:solidFill>
                  <a:srgbClr val="F75A3B"/>
                </a:solidFill>
                <a:latin typeface="Courier New" panose="02070309020205020404" pitchFamily="49" charset="0"/>
                <a:cs typeface="Courier New" panose="02070309020205020404" pitchFamily="49" charset="0"/>
              </a:rPr>
              <a:t>;</a:t>
            </a:r>
            <a:endParaRPr lang="fr-CA">
              <a:latin typeface="Courier New" panose="02070309020205020404" pitchFamily="49" charset="0"/>
              <a:cs typeface="Courier New" panose="02070309020205020404" pitchFamily="49" charset="0"/>
            </a:endParaRPr>
          </a:p>
          <a:p>
            <a:pPr lvl="2"/>
            <a:r>
              <a:rPr lang="fr-CA">
                <a:cs typeface="Courier New" panose="02070309020205020404" pitchFamily="49" charset="0"/>
              </a:rPr>
              <a:t>Cette ligne sert simplement à indiquer la </a:t>
            </a:r>
          </a:p>
          <a:p>
            <a:pPr marL="914400" lvl="2" indent="0">
              <a:buNone/>
            </a:pPr>
            <a:r>
              <a:rPr lang="fr-CA">
                <a:cs typeface="Courier New" panose="02070309020205020404" pitchFamily="49" charset="0"/>
              </a:rPr>
              <a:t>famille de caractères du fichier css.</a:t>
            </a:r>
          </a:p>
          <a:p>
            <a:endParaRPr lang="fr-CA"/>
          </a:p>
        </p:txBody>
      </p:sp>
      <p:pic>
        <p:nvPicPr>
          <p:cNvPr id="5" name="Image 4">
            <a:extLst>
              <a:ext uri="{FF2B5EF4-FFF2-40B4-BE49-F238E27FC236}">
                <a16:creationId xmlns:a16="http://schemas.microsoft.com/office/drawing/2014/main" id="{18B74922-B56B-4CA8-97C0-4A986D6EC8CF}"/>
              </a:ext>
            </a:extLst>
          </p:cNvPr>
          <p:cNvPicPr>
            <a:picLocks noChangeAspect="1"/>
          </p:cNvPicPr>
          <p:nvPr/>
        </p:nvPicPr>
        <p:blipFill>
          <a:blip r:embed="rId2"/>
          <a:stretch>
            <a:fillRect/>
          </a:stretch>
        </p:blipFill>
        <p:spPr>
          <a:xfrm>
            <a:off x="7129772" y="2494940"/>
            <a:ext cx="4534293" cy="3261643"/>
          </a:xfrm>
          <a:prstGeom prst="rect">
            <a:avLst/>
          </a:prstGeom>
          <a:ln w="38100">
            <a:solidFill>
              <a:srgbClr val="81ADB6"/>
            </a:solidFill>
          </a:ln>
        </p:spPr>
      </p:pic>
    </p:spTree>
    <p:extLst>
      <p:ext uri="{BB962C8B-B14F-4D97-AF65-F5344CB8AC3E}">
        <p14:creationId xmlns:p14="http://schemas.microsoft.com/office/powerpoint/2010/main" val="1810342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1888FE-A374-4FF4-998B-2D140F087C28}"/>
              </a:ext>
            </a:extLst>
          </p:cNvPr>
          <p:cNvSpPr>
            <a:spLocks noGrp="1"/>
          </p:cNvSpPr>
          <p:nvPr>
            <p:ph type="title"/>
          </p:nvPr>
        </p:nvSpPr>
        <p:spPr/>
        <p:txBody>
          <a:bodyPr/>
          <a:lstStyle/>
          <a:p>
            <a:r>
              <a:rPr lang="fr-CA"/>
              <a:t>CSS externe</a:t>
            </a:r>
          </a:p>
        </p:txBody>
      </p:sp>
      <p:sp>
        <p:nvSpPr>
          <p:cNvPr id="3" name="Espace réservé du contenu 2">
            <a:extLst>
              <a:ext uri="{FF2B5EF4-FFF2-40B4-BE49-F238E27FC236}">
                <a16:creationId xmlns:a16="http://schemas.microsoft.com/office/drawing/2014/main" id="{B27919DF-74B2-4C03-BBCF-F2F22693F697}"/>
              </a:ext>
            </a:extLst>
          </p:cNvPr>
          <p:cNvSpPr>
            <a:spLocks noGrp="1"/>
          </p:cNvSpPr>
          <p:nvPr>
            <p:ph idx="1"/>
          </p:nvPr>
        </p:nvSpPr>
        <p:spPr/>
        <p:txBody>
          <a:bodyPr/>
          <a:lstStyle/>
          <a:p>
            <a:r>
              <a:rPr lang="fr-CA"/>
              <a:t>Par contre, ce fichier doit être « associé » à notre page Web pour fonctionner.</a:t>
            </a:r>
          </a:p>
          <a:p>
            <a:r>
              <a:rPr lang="fr-CA"/>
              <a:t>On utilise pour ça l’élément </a:t>
            </a:r>
            <a:r>
              <a:rPr lang="fr-CA" b="1">
                <a:solidFill>
                  <a:srgbClr val="F75A3B"/>
                </a:solidFill>
              </a:rPr>
              <a:t>link</a:t>
            </a:r>
            <a:r>
              <a:rPr lang="fr-CA"/>
              <a:t> dans le </a:t>
            </a:r>
            <a:r>
              <a:rPr lang="fr-CA">
                <a:solidFill>
                  <a:srgbClr val="F75A3B"/>
                </a:solidFill>
              </a:rPr>
              <a:t>&lt;head&gt;</a:t>
            </a:r>
            <a:r>
              <a:rPr lang="fr-CA"/>
              <a:t>.</a:t>
            </a:r>
          </a:p>
        </p:txBody>
      </p:sp>
      <p:pic>
        <p:nvPicPr>
          <p:cNvPr id="5" name="Image 4">
            <a:extLst>
              <a:ext uri="{FF2B5EF4-FFF2-40B4-BE49-F238E27FC236}">
                <a16:creationId xmlns:a16="http://schemas.microsoft.com/office/drawing/2014/main" id="{84188FE1-4572-425C-96A0-1B14086F83BD}"/>
              </a:ext>
            </a:extLst>
          </p:cNvPr>
          <p:cNvPicPr>
            <a:picLocks noChangeAspect="1"/>
          </p:cNvPicPr>
          <p:nvPr/>
        </p:nvPicPr>
        <p:blipFill>
          <a:blip r:embed="rId2"/>
          <a:stretch>
            <a:fillRect/>
          </a:stretch>
        </p:blipFill>
        <p:spPr>
          <a:xfrm>
            <a:off x="788373" y="3201133"/>
            <a:ext cx="4999153" cy="1364098"/>
          </a:xfrm>
          <a:prstGeom prst="rect">
            <a:avLst/>
          </a:prstGeom>
          <a:ln w="38100">
            <a:solidFill>
              <a:srgbClr val="81ADB6"/>
            </a:solidFill>
          </a:ln>
        </p:spPr>
      </p:pic>
      <p:sp>
        <p:nvSpPr>
          <p:cNvPr id="6" name="Espace réservé du contenu 2">
            <a:extLst>
              <a:ext uri="{FF2B5EF4-FFF2-40B4-BE49-F238E27FC236}">
                <a16:creationId xmlns:a16="http://schemas.microsoft.com/office/drawing/2014/main" id="{AF111AF3-6A1D-45FE-9DFD-BFE681157FB1}"/>
              </a:ext>
            </a:extLst>
          </p:cNvPr>
          <p:cNvSpPr txBox="1">
            <a:spLocks/>
          </p:cNvSpPr>
          <p:nvPr/>
        </p:nvSpPr>
        <p:spPr>
          <a:xfrm>
            <a:off x="6635544" y="3271528"/>
            <a:ext cx="5412002" cy="1925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Symbol" panose="05050102010706020507" pitchFamily="18" charset="2"/>
              <a:buChar char=""/>
              <a:defRPr sz="2800" kern="1200">
                <a:solidFill>
                  <a:srgbClr val="8197B6"/>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rgbClr val="8197B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8197B6"/>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000">
                <a:solidFill>
                  <a:srgbClr val="81ADB6"/>
                </a:solidFill>
              </a:rPr>
              <a:t>Ce lien relatif vers notre fichier CSS externe fonctionne car le fichier CSS est dans le même dossier que la page Web ! (Fonctionne comme les éléments </a:t>
            </a:r>
            <a:r>
              <a:rPr lang="fr-CA" sz="2000">
                <a:solidFill>
                  <a:srgbClr val="F75A3B"/>
                </a:solidFill>
              </a:rPr>
              <a:t>img</a:t>
            </a:r>
            <a:r>
              <a:rPr lang="fr-CA" sz="2000">
                <a:solidFill>
                  <a:srgbClr val="81ADB6"/>
                </a:solidFill>
              </a:rPr>
              <a:t> et les éléments </a:t>
            </a:r>
            <a:r>
              <a:rPr lang="fr-CA" sz="2000">
                <a:solidFill>
                  <a:srgbClr val="F75A3B"/>
                </a:solidFill>
              </a:rPr>
              <a:t>a</a:t>
            </a:r>
            <a:r>
              <a:rPr lang="fr-CA" sz="2000">
                <a:solidFill>
                  <a:srgbClr val="81ADB6"/>
                </a:solidFill>
              </a:rPr>
              <a:t>)</a:t>
            </a:r>
          </a:p>
        </p:txBody>
      </p:sp>
      <p:cxnSp>
        <p:nvCxnSpPr>
          <p:cNvPr id="7" name="Connecteur droit avec flèche 6">
            <a:extLst>
              <a:ext uri="{FF2B5EF4-FFF2-40B4-BE49-F238E27FC236}">
                <a16:creationId xmlns:a16="http://schemas.microsoft.com/office/drawing/2014/main" id="{9E974319-0138-419D-886E-7F86A8BCB96D}"/>
              </a:ext>
            </a:extLst>
          </p:cNvPr>
          <p:cNvCxnSpPr>
            <a:cxnSpLocks/>
          </p:cNvCxnSpPr>
          <p:nvPr/>
        </p:nvCxnSpPr>
        <p:spPr>
          <a:xfrm flipH="1">
            <a:off x="5093619" y="3429000"/>
            <a:ext cx="1456338" cy="527787"/>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
        <p:nvSpPr>
          <p:cNvPr id="9" name="Espace réservé du contenu 2">
            <a:extLst>
              <a:ext uri="{FF2B5EF4-FFF2-40B4-BE49-F238E27FC236}">
                <a16:creationId xmlns:a16="http://schemas.microsoft.com/office/drawing/2014/main" id="{74FC0ECA-5F55-4A05-BF7C-F9CC94964039}"/>
              </a:ext>
            </a:extLst>
          </p:cNvPr>
          <p:cNvSpPr txBox="1">
            <a:spLocks/>
          </p:cNvSpPr>
          <p:nvPr/>
        </p:nvSpPr>
        <p:spPr>
          <a:xfrm>
            <a:off x="1865748" y="4998569"/>
            <a:ext cx="5412002" cy="10062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Symbol" panose="05050102010706020507" pitchFamily="18" charset="2"/>
              <a:buChar char=""/>
              <a:defRPr sz="2800" kern="1200">
                <a:solidFill>
                  <a:srgbClr val="8197B6"/>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rgbClr val="8197B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8197B6"/>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000">
                <a:solidFill>
                  <a:srgbClr val="81ADB6"/>
                </a:solidFill>
              </a:rPr>
              <a:t>Cet attribut permet de spécifier le type de relation avec le fichier associé. Dans ce cas-ci, c’est une feuille de styles.</a:t>
            </a:r>
          </a:p>
        </p:txBody>
      </p:sp>
      <p:cxnSp>
        <p:nvCxnSpPr>
          <p:cNvPr id="10" name="Connecteur droit avec flèche 9">
            <a:extLst>
              <a:ext uri="{FF2B5EF4-FFF2-40B4-BE49-F238E27FC236}">
                <a16:creationId xmlns:a16="http://schemas.microsoft.com/office/drawing/2014/main" id="{F5E41D64-5373-4F63-B730-86A1F46AF500}"/>
              </a:ext>
            </a:extLst>
          </p:cNvPr>
          <p:cNvCxnSpPr>
            <a:cxnSpLocks/>
          </p:cNvCxnSpPr>
          <p:nvPr/>
        </p:nvCxnSpPr>
        <p:spPr>
          <a:xfrm flipH="1" flipV="1">
            <a:off x="2139653" y="4353171"/>
            <a:ext cx="162560" cy="645398"/>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0806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DE3A1-A49A-425C-9C2E-1D36DDD6436A}"/>
              </a:ext>
            </a:extLst>
          </p:cNvPr>
          <p:cNvSpPr>
            <a:spLocks noGrp="1"/>
          </p:cNvSpPr>
          <p:nvPr>
            <p:ph type="title"/>
          </p:nvPr>
        </p:nvSpPr>
        <p:spPr/>
        <p:txBody>
          <a:bodyPr/>
          <a:lstStyle/>
          <a:p>
            <a:r>
              <a:rPr lang="fr-CA"/>
              <a:t>CSS</a:t>
            </a:r>
          </a:p>
        </p:txBody>
      </p:sp>
      <p:sp>
        <p:nvSpPr>
          <p:cNvPr id="3" name="Espace réservé du contenu 2">
            <a:extLst>
              <a:ext uri="{FF2B5EF4-FFF2-40B4-BE49-F238E27FC236}">
                <a16:creationId xmlns:a16="http://schemas.microsoft.com/office/drawing/2014/main" id="{5140A9EE-CBCE-4DCD-A81F-F95641EA91A6}"/>
              </a:ext>
            </a:extLst>
          </p:cNvPr>
          <p:cNvSpPr>
            <a:spLocks noGrp="1"/>
          </p:cNvSpPr>
          <p:nvPr>
            <p:ph idx="1"/>
          </p:nvPr>
        </p:nvSpPr>
        <p:spPr/>
        <p:txBody>
          <a:bodyPr>
            <a:normAutofit fontScale="92500" lnSpcReduction="10000"/>
          </a:bodyPr>
          <a:lstStyle/>
          <a:p>
            <a:r>
              <a:rPr lang="fr-CA"/>
              <a:t>Quelle manière faut-il privilégier ?</a:t>
            </a:r>
          </a:p>
          <a:p>
            <a:pPr lvl="1"/>
            <a:r>
              <a:rPr lang="fr-CA" b="1"/>
              <a:t> </a:t>
            </a:r>
            <a:r>
              <a:rPr lang="fr-CA" b="1">
                <a:solidFill>
                  <a:srgbClr val="F75A3B"/>
                </a:solidFill>
              </a:rPr>
              <a:t>CSS externe</a:t>
            </a:r>
            <a:r>
              <a:rPr lang="fr-CA"/>
              <a:t> (fichier séparé) : </a:t>
            </a:r>
            <a:r>
              <a:rPr lang="fr-CA" b="1" u="sng"/>
              <a:t>À privilégier</a:t>
            </a:r>
            <a:r>
              <a:rPr lang="fr-CA"/>
              <a:t> ! Cela permet de réunir le CSS de </a:t>
            </a:r>
            <a:r>
              <a:rPr lang="fr-CA" b="1"/>
              <a:t>plusieurs</a:t>
            </a:r>
            <a:r>
              <a:rPr lang="fr-CA"/>
              <a:t> pages Web dans un seul fichier et cela encourager à </a:t>
            </a:r>
            <a:r>
              <a:rPr lang="fr-CA" b="1"/>
              <a:t>uniformiser</a:t>
            </a:r>
            <a:r>
              <a:rPr lang="fr-CA"/>
              <a:t> les styles d’un site Web avec plusieurs pages.</a:t>
            </a:r>
          </a:p>
          <a:p>
            <a:pPr marL="457200" lvl="1" indent="0">
              <a:buNone/>
            </a:pPr>
            <a:endParaRPr lang="fr-CA" dirty="0"/>
          </a:p>
          <a:p>
            <a:pPr lvl="1"/>
            <a:r>
              <a:rPr lang="fr-CA"/>
              <a:t> </a:t>
            </a:r>
            <a:r>
              <a:rPr lang="fr-CA" b="1">
                <a:solidFill>
                  <a:srgbClr val="F75A3B"/>
                </a:solidFill>
              </a:rPr>
              <a:t>CSS interne</a:t>
            </a:r>
            <a:r>
              <a:rPr lang="fr-CA"/>
              <a:t> (dans le </a:t>
            </a:r>
            <a:r>
              <a:rPr lang="fr-CA" b="1" dirty="0" err="1">
                <a:solidFill>
                  <a:srgbClr val="DDAB5B"/>
                </a:solidFill>
              </a:rPr>
              <a:t>head</a:t>
            </a:r>
            <a:r>
              <a:rPr lang="fr-CA"/>
              <a:t>) : À éviter, mais </a:t>
            </a:r>
            <a:r>
              <a:rPr lang="fr-CA" b="1"/>
              <a:t>parfois pratique</a:t>
            </a:r>
            <a:r>
              <a:rPr lang="fr-CA"/>
              <a:t>. Si une page Web se </a:t>
            </a:r>
            <a:r>
              <a:rPr lang="fr-CA" b="1"/>
              <a:t>distingue</a:t>
            </a:r>
            <a:r>
              <a:rPr lang="fr-CA"/>
              <a:t> fortement des autres en raison de son contenu, du CSS interne peut être pertinent… Cela évite de mettre du CSS qui ne servira qu’à une seule page dans un fichier CSS commun.</a:t>
            </a:r>
          </a:p>
          <a:p>
            <a:pPr marL="457200" lvl="1" indent="0">
              <a:buNone/>
            </a:pPr>
            <a:endParaRPr lang="fr-CA" dirty="0"/>
          </a:p>
          <a:p>
            <a:pPr lvl="1"/>
            <a:r>
              <a:rPr lang="fr-CA"/>
              <a:t> </a:t>
            </a:r>
            <a:r>
              <a:rPr lang="fr-CA" b="1">
                <a:solidFill>
                  <a:srgbClr val="F75A3B"/>
                </a:solidFill>
              </a:rPr>
              <a:t>CSS </a:t>
            </a:r>
            <a:r>
              <a:rPr lang="fr-CA" b="1" dirty="0" err="1">
                <a:solidFill>
                  <a:srgbClr val="F75A3B"/>
                </a:solidFill>
              </a:rPr>
              <a:t>intraligne</a:t>
            </a:r>
            <a:r>
              <a:rPr lang="fr-CA"/>
              <a:t> (dans la balise concernée avec </a:t>
            </a:r>
            <a:r>
              <a:rPr lang="fr-CA" b="1">
                <a:solidFill>
                  <a:srgbClr val="DDAB5B"/>
                </a:solidFill>
              </a:rPr>
              <a:t>style=</a:t>
            </a:r>
            <a:r>
              <a:rPr lang="en-CA" b="1">
                <a:solidFill>
                  <a:srgbClr val="DDAB5B"/>
                </a:solidFill>
                <a:effectLst/>
                <a:latin typeface="Consolas" panose="020B0609020204030204" pitchFamily="49" charset="0"/>
              </a:rPr>
              <a:t>"</a:t>
            </a:r>
            <a:r>
              <a:rPr lang="en-CA" b="1">
                <a:solidFill>
                  <a:srgbClr val="DDAB5B"/>
                </a:solidFill>
                <a:latin typeface="Consolas" panose="020B0609020204030204" pitchFamily="49" charset="0"/>
              </a:rPr>
              <a:t>…</a:t>
            </a:r>
            <a:r>
              <a:rPr lang="en-CA" b="1">
                <a:solidFill>
                  <a:srgbClr val="DDAB5B"/>
                </a:solidFill>
                <a:effectLst/>
                <a:latin typeface="Consolas" panose="020B0609020204030204" pitchFamily="49" charset="0"/>
              </a:rPr>
              <a:t>"</a:t>
            </a:r>
            <a:r>
              <a:rPr lang="fr-CA"/>
              <a:t>) : </a:t>
            </a:r>
            <a:r>
              <a:rPr lang="fr-CA" b="1" u="sng"/>
              <a:t>À éviter</a:t>
            </a:r>
            <a:r>
              <a:rPr lang="fr-CA"/>
              <a:t> ! Si un élément est très particulier et a besoin d’une règle unique, le CSS </a:t>
            </a:r>
            <a:r>
              <a:rPr lang="fr-CA" dirty="0" err="1"/>
              <a:t>intraligne</a:t>
            </a:r>
            <a:r>
              <a:rPr lang="fr-CA"/>
              <a:t> dépanne… mais il faut tenter de trouver une solution plus globale si possible.</a:t>
            </a:r>
          </a:p>
          <a:p>
            <a:pPr lvl="1"/>
            <a:endParaRPr lang="fr-CA"/>
          </a:p>
          <a:p>
            <a:r>
              <a:rPr lang="fr-CA" sz="2400"/>
              <a:t>Dans le cadre du cours, nous utiliserons les trois</a:t>
            </a:r>
            <a:r>
              <a:rPr lang="fr-CA" sz="2400" dirty="0"/>
              <a:t> manières</a:t>
            </a:r>
            <a:r>
              <a:rPr lang="fr-CA" sz="2400"/>
              <a:t> à des fins pédagogiques.</a:t>
            </a:r>
          </a:p>
        </p:txBody>
      </p:sp>
    </p:spTree>
    <p:extLst>
      <p:ext uri="{BB962C8B-B14F-4D97-AF65-F5344CB8AC3E}">
        <p14:creationId xmlns:p14="http://schemas.microsoft.com/office/powerpoint/2010/main" val="46986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54A14D-6A70-4EDE-AC28-BF8A26E1C7ED}"/>
              </a:ext>
            </a:extLst>
          </p:cNvPr>
          <p:cNvSpPr>
            <a:spLocks noGrp="1"/>
          </p:cNvSpPr>
          <p:nvPr>
            <p:ph type="title"/>
          </p:nvPr>
        </p:nvSpPr>
        <p:spPr/>
        <p:txBody>
          <a:bodyPr/>
          <a:lstStyle/>
          <a:p>
            <a:r>
              <a:rPr lang="fr-CA"/>
              <a:t>Éléments de groupement</a:t>
            </a:r>
          </a:p>
        </p:txBody>
      </p:sp>
      <p:sp>
        <p:nvSpPr>
          <p:cNvPr id="3" name="Espace réservé du contenu 2">
            <a:extLst>
              <a:ext uri="{FF2B5EF4-FFF2-40B4-BE49-F238E27FC236}">
                <a16:creationId xmlns:a16="http://schemas.microsoft.com/office/drawing/2014/main" id="{16B82CC5-7D60-4FEE-B760-EF8687426F78}"/>
              </a:ext>
            </a:extLst>
          </p:cNvPr>
          <p:cNvSpPr>
            <a:spLocks noGrp="1"/>
          </p:cNvSpPr>
          <p:nvPr>
            <p:ph idx="1"/>
          </p:nvPr>
        </p:nvSpPr>
        <p:spPr/>
        <p:txBody>
          <a:bodyPr/>
          <a:lstStyle/>
          <a:p>
            <a:r>
              <a:rPr lang="fr-CA"/>
              <a:t>Disons qu’on souhaite appliquer un style à quelques paragraphes précis …</a:t>
            </a:r>
          </a:p>
        </p:txBody>
      </p:sp>
      <p:pic>
        <p:nvPicPr>
          <p:cNvPr id="10" name="Image 9">
            <a:extLst>
              <a:ext uri="{FF2B5EF4-FFF2-40B4-BE49-F238E27FC236}">
                <a16:creationId xmlns:a16="http://schemas.microsoft.com/office/drawing/2014/main" id="{D5EE85D4-B9E5-4186-AFA2-80841096A94C}"/>
              </a:ext>
            </a:extLst>
          </p:cNvPr>
          <p:cNvPicPr>
            <a:picLocks noChangeAspect="1"/>
          </p:cNvPicPr>
          <p:nvPr/>
        </p:nvPicPr>
        <p:blipFill>
          <a:blip r:embed="rId2"/>
          <a:stretch>
            <a:fillRect/>
          </a:stretch>
        </p:blipFill>
        <p:spPr>
          <a:xfrm>
            <a:off x="3452966" y="1691731"/>
            <a:ext cx="3101470" cy="1851357"/>
          </a:xfrm>
          <a:prstGeom prst="rect">
            <a:avLst/>
          </a:prstGeom>
          <a:ln w="38100">
            <a:solidFill>
              <a:srgbClr val="81ADB6"/>
            </a:solidFill>
          </a:ln>
        </p:spPr>
      </p:pic>
      <p:pic>
        <p:nvPicPr>
          <p:cNvPr id="12" name="Image 11">
            <a:extLst>
              <a:ext uri="{FF2B5EF4-FFF2-40B4-BE49-F238E27FC236}">
                <a16:creationId xmlns:a16="http://schemas.microsoft.com/office/drawing/2014/main" id="{D89E1F3B-20A5-4746-BD11-C2B89C3E1FB7}"/>
              </a:ext>
            </a:extLst>
          </p:cNvPr>
          <p:cNvPicPr>
            <a:picLocks noChangeAspect="1"/>
          </p:cNvPicPr>
          <p:nvPr/>
        </p:nvPicPr>
        <p:blipFill>
          <a:blip r:embed="rId3"/>
          <a:stretch>
            <a:fillRect/>
          </a:stretch>
        </p:blipFill>
        <p:spPr>
          <a:xfrm>
            <a:off x="2587951" y="3785512"/>
            <a:ext cx="4831499" cy="2149026"/>
          </a:xfrm>
          <a:prstGeom prst="rect">
            <a:avLst/>
          </a:prstGeom>
          <a:ln w="38100">
            <a:solidFill>
              <a:srgbClr val="81ADB6"/>
            </a:solidFill>
          </a:ln>
        </p:spPr>
      </p:pic>
      <p:pic>
        <p:nvPicPr>
          <p:cNvPr id="14" name="Image 13">
            <a:extLst>
              <a:ext uri="{FF2B5EF4-FFF2-40B4-BE49-F238E27FC236}">
                <a16:creationId xmlns:a16="http://schemas.microsoft.com/office/drawing/2014/main" id="{3083902B-00A5-4F88-87A5-876A5B049943}"/>
              </a:ext>
            </a:extLst>
          </p:cNvPr>
          <p:cNvPicPr>
            <a:picLocks noChangeAspect="1"/>
          </p:cNvPicPr>
          <p:nvPr/>
        </p:nvPicPr>
        <p:blipFill>
          <a:blip r:embed="rId4"/>
          <a:stretch>
            <a:fillRect/>
          </a:stretch>
        </p:blipFill>
        <p:spPr>
          <a:xfrm>
            <a:off x="9013863" y="2112777"/>
            <a:ext cx="2530059" cy="3345470"/>
          </a:xfrm>
          <a:prstGeom prst="rect">
            <a:avLst/>
          </a:prstGeom>
          <a:ln w="38100">
            <a:solidFill>
              <a:srgbClr val="81ADB6"/>
            </a:solidFill>
          </a:ln>
        </p:spPr>
      </p:pic>
    </p:spTree>
    <p:extLst>
      <p:ext uri="{BB962C8B-B14F-4D97-AF65-F5344CB8AC3E}">
        <p14:creationId xmlns:p14="http://schemas.microsoft.com/office/powerpoint/2010/main" val="237963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54A14D-6A70-4EDE-AC28-BF8A26E1C7ED}"/>
              </a:ext>
            </a:extLst>
          </p:cNvPr>
          <p:cNvSpPr>
            <a:spLocks noGrp="1"/>
          </p:cNvSpPr>
          <p:nvPr>
            <p:ph type="title"/>
          </p:nvPr>
        </p:nvSpPr>
        <p:spPr/>
        <p:txBody>
          <a:bodyPr/>
          <a:lstStyle/>
          <a:p>
            <a:r>
              <a:rPr lang="fr-CA"/>
              <a:t>Éléments de groupement</a:t>
            </a:r>
          </a:p>
        </p:txBody>
      </p:sp>
      <p:sp>
        <p:nvSpPr>
          <p:cNvPr id="3" name="Espace réservé du contenu 2">
            <a:extLst>
              <a:ext uri="{FF2B5EF4-FFF2-40B4-BE49-F238E27FC236}">
                <a16:creationId xmlns:a16="http://schemas.microsoft.com/office/drawing/2014/main" id="{16B82CC5-7D60-4FEE-B760-EF8687426F78}"/>
              </a:ext>
            </a:extLst>
          </p:cNvPr>
          <p:cNvSpPr>
            <a:spLocks noGrp="1"/>
          </p:cNvSpPr>
          <p:nvPr>
            <p:ph idx="1"/>
          </p:nvPr>
        </p:nvSpPr>
        <p:spPr/>
        <p:txBody>
          <a:bodyPr/>
          <a:lstStyle/>
          <a:p>
            <a:r>
              <a:rPr lang="fr-CA"/>
              <a:t>Élément </a:t>
            </a:r>
            <a:r>
              <a:rPr lang="fr-CA" b="1">
                <a:solidFill>
                  <a:srgbClr val="F75A3B"/>
                </a:solidFill>
              </a:rPr>
              <a:t>div</a:t>
            </a:r>
            <a:r>
              <a:rPr lang="fr-CA"/>
              <a:t> :</a:t>
            </a:r>
          </a:p>
          <a:p>
            <a:pPr lvl="1"/>
            <a:r>
              <a:rPr lang="fr-CA"/>
              <a:t>Permet (entre autre) d’appliquer un style à plusieurs balises simultanément.</a:t>
            </a:r>
          </a:p>
          <a:p>
            <a:pPr lvl="1"/>
            <a:endParaRPr lang="fr-CA"/>
          </a:p>
          <a:p>
            <a:pPr lvl="1"/>
            <a:endParaRPr lang="fr-CA"/>
          </a:p>
          <a:p>
            <a:pPr lvl="1"/>
            <a:endParaRPr lang="fr-CA"/>
          </a:p>
          <a:p>
            <a:pPr lvl="1"/>
            <a:endParaRPr lang="fr-CA"/>
          </a:p>
          <a:p>
            <a:pPr lvl="1"/>
            <a:endParaRPr lang="fr-CA"/>
          </a:p>
          <a:p>
            <a:pPr lvl="1"/>
            <a:endParaRPr lang="fr-CA"/>
          </a:p>
          <a:p>
            <a:pPr lvl="1"/>
            <a:endParaRPr lang="fr-CA"/>
          </a:p>
          <a:p>
            <a:pPr lvl="1"/>
            <a:endParaRPr lang="fr-CA"/>
          </a:p>
          <a:p>
            <a:pPr lvl="1"/>
            <a:endParaRPr lang="fr-CA"/>
          </a:p>
          <a:p>
            <a:pPr lvl="1"/>
            <a:r>
              <a:rPr lang="fr-CA"/>
              <a:t>Pas besoin d’appliquer la classe à chaque élément </a:t>
            </a:r>
            <a:r>
              <a:rPr lang="fr-CA" b="1">
                <a:solidFill>
                  <a:srgbClr val="F75A3B"/>
                </a:solidFill>
              </a:rPr>
              <a:t>p</a:t>
            </a:r>
            <a:r>
              <a:rPr lang="fr-CA"/>
              <a:t>.</a:t>
            </a:r>
          </a:p>
        </p:txBody>
      </p:sp>
      <p:pic>
        <p:nvPicPr>
          <p:cNvPr id="5" name="Image 4">
            <a:extLst>
              <a:ext uri="{FF2B5EF4-FFF2-40B4-BE49-F238E27FC236}">
                <a16:creationId xmlns:a16="http://schemas.microsoft.com/office/drawing/2014/main" id="{49E5B4E5-51D9-4D24-9BD5-2369EF48CDA5}"/>
              </a:ext>
            </a:extLst>
          </p:cNvPr>
          <p:cNvPicPr>
            <a:picLocks noChangeAspect="1"/>
          </p:cNvPicPr>
          <p:nvPr/>
        </p:nvPicPr>
        <p:blipFill>
          <a:blip r:embed="rId2"/>
          <a:stretch>
            <a:fillRect/>
          </a:stretch>
        </p:blipFill>
        <p:spPr>
          <a:xfrm>
            <a:off x="1489297" y="2369298"/>
            <a:ext cx="3894157" cy="2690093"/>
          </a:xfrm>
          <a:prstGeom prst="rect">
            <a:avLst/>
          </a:prstGeom>
          <a:ln w="38100">
            <a:solidFill>
              <a:srgbClr val="81ADB6"/>
            </a:solidFill>
          </a:ln>
        </p:spPr>
      </p:pic>
      <p:pic>
        <p:nvPicPr>
          <p:cNvPr id="7" name="Image 6">
            <a:extLst>
              <a:ext uri="{FF2B5EF4-FFF2-40B4-BE49-F238E27FC236}">
                <a16:creationId xmlns:a16="http://schemas.microsoft.com/office/drawing/2014/main" id="{05F039C7-FF6D-404E-B9FA-FC33E8AB5AE1}"/>
              </a:ext>
            </a:extLst>
          </p:cNvPr>
          <p:cNvPicPr>
            <a:picLocks noChangeAspect="1"/>
          </p:cNvPicPr>
          <p:nvPr/>
        </p:nvPicPr>
        <p:blipFill>
          <a:blip r:embed="rId3"/>
          <a:stretch>
            <a:fillRect/>
          </a:stretch>
        </p:blipFill>
        <p:spPr>
          <a:xfrm>
            <a:off x="6484269" y="2075902"/>
            <a:ext cx="2491956" cy="3276884"/>
          </a:xfrm>
          <a:prstGeom prst="rect">
            <a:avLst/>
          </a:prstGeom>
          <a:ln w="38100">
            <a:solidFill>
              <a:srgbClr val="81ADB6"/>
            </a:solidFill>
          </a:ln>
        </p:spPr>
      </p:pic>
    </p:spTree>
    <p:extLst>
      <p:ext uri="{BB962C8B-B14F-4D97-AF65-F5344CB8AC3E}">
        <p14:creationId xmlns:p14="http://schemas.microsoft.com/office/powerpoint/2010/main" val="2114602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54A14D-6A70-4EDE-AC28-BF8A26E1C7ED}"/>
              </a:ext>
            </a:extLst>
          </p:cNvPr>
          <p:cNvSpPr>
            <a:spLocks noGrp="1"/>
          </p:cNvSpPr>
          <p:nvPr>
            <p:ph type="title"/>
          </p:nvPr>
        </p:nvSpPr>
        <p:spPr/>
        <p:txBody>
          <a:bodyPr/>
          <a:lstStyle/>
          <a:p>
            <a:r>
              <a:rPr lang="fr-CA"/>
              <a:t>Éléments de groupement</a:t>
            </a:r>
          </a:p>
        </p:txBody>
      </p:sp>
      <p:sp>
        <p:nvSpPr>
          <p:cNvPr id="3" name="Espace réservé du contenu 2">
            <a:extLst>
              <a:ext uri="{FF2B5EF4-FFF2-40B4-BE49-F238E27FC236}">
                <a16:creationId xmlns:a16="http://schemas.microsoft.com/office/drawing/2014/main" id="{16B82CC5-7D60-4FEE-B760-EF8687426F78}"/>
              </a:ext>
            </a:extLst>
          </p:cNvPr>
          <p:cNvSpPr>
            <a:spLocks noGrp="1"/>
          </p:cNvSpPr>
          <p:nvPr>
            <p:ph idx="1"/>
          </p:nvPr>
        </p:nvSpPr>
        <p:spPr/>
        <p:txBody>
          <a:bodyPr/>
          <a:lstStyle/>
          <a:p>
            <a:r>
              <a:rPr lang="fr-CA"/>
              <a:t>Élément </a:t>
            </a:r>
            <a:r>
              <a:rPr lang="fr-CA" b="1">
                <a:solidFill>
                  <a:srgbClr val="F75A3B"/>
                </a:solidFill>
              </a:rPr>
              <a:t>span</a:t>
            </a:r>
            <a:r>
              <a:rPr lang="fr-CA"/>
              <a:t> :</a:t>
            </a:r>
          </a:p>
          <a:p>
            <a:pPr lvl="1"/>
            <a:r>
              <a:rPr lang="fr-CA"/>
              <a:t>Similaire à </a:t>
            </a:r>
            <a:r>
              <a:rPr lang="fr-CA">
                <a:solidFill>
                  <a:srgbClr val="F75A3B"/>
                </a:solidFill>
              </a:rPr>
              <a:t>div</a:t>
            </a:r>
            <a:r>
              <a:rPr lang="fr-CA"/>
              <a:t> … mais pour une portion de texte !</a:t>
            </a:r>
          </a:p>
        </p:txBody>
      </p:sp>
      <p:pic>
        <p:nvPicPr>
          <p:cNvPr id="5" name="Image 4">
            <a:extLst>
              <a:ext uri="{FF2B5EF4-FFF2-40B4-BE49-F238E27FC236}">
                <a16:creationId xmlns:a16="http://schemas.microsoft.com/office/drawing/2014/main" id="{B243E5EA-5DBA-41C4-BFD9-B25B7E54BB51}"/>
              </a:ext>
            </a:extLst>
          </p:cNvPr>
          <p:cNvPicPr>
            <a:picLocks noChangeAspect="1"/>
          </p:cNvPicPr>
          <p:nvPr/>
        </p:nvPicPr>
        <p:blipFill>
          <a:blip r:embed="rId2"/>
          <a:stretch>
            <a:fillRect/>
          </a:stretch>
        </p:blipFill>
        <p:spPr>
          <a:xfrm>
            <a:off x="1683637" y="2113885"/>
            <a:ext cx="8824725" cy="373412"/>
          </a:xfrm>
          <a:prstGeom prst="rect">
            <a:avLst/>
          </a:prstGeom>
          <a:ln w="38100">
            <a:solidFill>
              <a:srgbClr val="81ADB6"/>
            </a:solidFill>
          </a:ln>
        </p:spPr>
      </p:pic>
      <p:pic>
        <p:nvPicPr>
          <p:cNvPr id="7" name="Image 6">
            <a:extLst>
              <a:ext uri="{FF2B5EF4-FFF2-40B4-BE49-F238E27FC236}">
                <a16:creationId xmlns:a16="http://schemas.microsoft.com/office/drawing/2014/main" id="{B7E276F1-0C7A-4288-A650-DE9A09960824}"/>
              </a:ext>
            </a:extLst>
          </p:cNvPr>
          <p:cNvPicPr>
            <a:picLocks noChangeAspect="1"/>
          </p:cNvPicPr>
          <p:nvPr/>
        </p:nvPicPr>
        <p:blipFill>
          <a:blip r:embed="rId3"/>
          <a:stretch>
            <a:fillRect/>
          </a:stretch>
        </p:blipFill>
        <p:spPr>
          <a:xfrm>
            <a:off x="1695054" y="2771913"/>
            <a:ext cx="3688400" cy="2400508"/>
          </a:xfrm>
          <a:prstGeom prst="rect">
            <a:avLst/>
          </a:prstGeom>
          <a:ln w="38100">
            <a:solidFill>
              <a:srgbClr val="81ADB6"/>
            </a:solidFill>
          </a:ln>
        </p:spPr>
      </p:pic>
      <p:pic>
        <p:nvPicPr>
          <p:cNvPr id="9" name="Image 8">
            <a:extLst>
              <a:ext uri="{FF2B5EF4-FFF2-40B4-BE49-F238E27FC236}">
                <a16:creationId xmlns:a16="http://schemas.microsoft.com/office/drawing/2014/main" id="{A106147F-B2FD-4483-97CC-AAA4C8BE8A06}"/>
              </a:ext>
            </a:extLst>
          </p:cNvPr>
          <p:cNvPicPr>
            <a:picLocks noChangeAspect="1"/>
          </p:cNvPicPr>
          <p:nvPr/>
        </p:nvPicPr>
        <p:blipFill>
          <a:blip r:embed="rId4"/>
          <a:stretch>
            <a:fillRect/>
          </a:stretch>
        </p:blipFill>
        <p:spPr>
          <a:xfrm>
            <a:off x="7551546" y="2793227"/>
            <a:ext cx="2956816" cy="1577477"/>
          </a:xfrm>
          <a:prstGeom prst="rect">
            <a:avLst/>
          </a:prstGeom>
          <a:ln w="38100">
            <a:solidFill>
              <a:srgbClr val="81ADB6"/>
            </a:solidFill>
          </a:ln>
        </p:spPr>
      </p:pic>
    </p:spTree>
    <p:extLst>
      <p:ext uri="{BB962C8B-B14F-4D97-AF65-F5344CB8AC3E}">
        <p14:creationId xmlns:p14="http://schemas.microsoft.com/office/powerpoint/2010/main" val="3231353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54A14D-6A70-4EDE-AC28-BF8A26E1C7ED}"/>
              </a:ext>
            </a:extLst>
          </p:cNvPr>
          <p:cNvSpPr>
            <a:spLocks noGrp="1"/>
          </p:cNvSpPr>
          <p:nvPr>
            <p:ph type="title"/>
          </p:nvPr>
        </p:nvSpPr>
        <p:spPr/>
        <p:txBody>
          <a:bodyPr/>
          <a:lstStyle/>
          <a:p>
            <a:r>
              <a:rPr lang="fr-CA"/>
              <a:t>Éléments de groupement</a:t>
            </a:r>
          </a:p>
        </p:txBody>
      </p:sp>
      <p:sp>
        <p:nvSpPr>
          <p:cNvPr id="3" name="Espace réservé du contenu 2">
            <a:extLst>
              <a:ext uri="{FF2B5EF4-FFF2-40B4-BE49-F238E27FC236}">
                <a16:creationId xmlns:a16="http://schemas.microsoft.com/office/drawing/2014/main" id="{16B82CC5-7D60-4FEE-B760-EF8687426F78}"/>
              </a:ext>
            </a:extLst>
          </p:cNvPr>
          <p:cNvSpPr>
            <a:spLocks noGrp="1"/>
          </p:cNvSpPr>
          <p:nvPr>
            <p:ph idx="1"/>
          </p:nvPr>
        </p:nvSpPr>
        <p:spPr/>
        <p:txBody>
          <a:bodyPr/>
          <a:lstStyle/>
          <a:p>
            <a:r>
              <a:rPr lang="fr-CA"/>
              <a:t>Il existe d’autres éléments de groupement comme </a:t>
            </a:r>
            <a:r>
              <a:rPr lang="fr-CA">
                <a:solidFill>
                  <a:srgbClr val="F75A3B"/>
                </a:solidFill>
              </a:rPr>
              <a:t>div</a:t>
            </a:r>
            <a:r>
              <a:rPr lang="fr-CA"/>
              <a:t> et </a:t>
            </a:r>
            <a:r>
              <a:rPr lang="fr-CA" dirty="0" err="1">
                <a:solidFill>
                  <a:srgbClr val="F75A3B"/>
                </a:solidFill>
              </a:rPr>
              <a:t>span</a:t>
            </a:r>
            <a:r>
              <a:rPr lang="fr-CA"/>
              <a:t>… mais ils sont « sémantiques ».</a:t>
            </a:r>
          </a:p>
          <a:p>
            <a:pPr marL="0" indent="0">
              <a:buNone/>
            </a:pPr>
            <a:endParaRPr lang="fr-CA" dirty="0"/>
          </a:p>
          <a:p>
            <a:pPr lvl="1"/>
            <a:r>
              <a:rPr lang="fr-CA"/>
              <a:t>Les éléments </a:t>
            </a:r>
            <a:r>
              <a:rPr lang="fr-CA">
                <a:solidFill>
                  <a:srgbClr val="F75A3B"/>
                </a:solidFill>
              </a:rPr>
              <a:t>div</a:t>
            </a:r>
            <a:r>
              <a:rPr lang="fr-CA"/>
              <a:t> et </a:t>
            </a:r>
            <a:r>
              <a:rPr lang="fr-CA" dirty="0" err="1">
                <a:solidFill>
                  <a:srgbClr val="F75A3B"/>
                </a:solidFill>
              </a:rPr>
              <a:t>span</a:t>
            </a:r>
            <a:r>
              <a:rPr lang="fr-CA"/>
              <a:t> ne sont pas sémantiques : Ils sont utilitaires / pratiques, ils nous permettent de grouper du texte ou des éléments.</a:t>
            </a:r>
          </a:p>
          <a:p>
            <a:pPr marL="457200" lvl="1" indent="0">
              <a:buNone/>
            </a:pPr>
            <a:endParaRPr lang="fr-CA" dirty="0"/>
          </a:p>
          <a:p>
            <a:pPr lvl="1"/>
            <a:r>
              <a:rPr lang="fr-CA"/>
              <a:t>Les éléments </a:t>
            </a:r>
            <a:r>
              <a:rPr lang="fr-CA">
                <a:solidFill>
                  <a:srgbClr val="F75A3B"/>
                </a:solidFill>
              </a:rPr>
              <a:t>header</a:t>
            </a:r>
            <a:r>
              <a:rPr lang="fr-CA"/>
              <a:t>, </a:t>
            </a:r>
            <a:r>
              <a:rPr lang="fr-CA" dirty="0" err="1">
                <a:solidFill>
                  <a:srgbClr val="F75A3B"/>
                </a:solidFill>
              </a:rPr>
              <a:t>nav</a:t>
            </a:r>
            <a:r>
              <a:rPr lang="fr-CA"/>
              <a:t>, </a:t>
            </a:r>
            <a:r>
              <a:rPr lang="fr-CA">
                <a:solidFill>
                  <a:srgbClr val="F75A3B"/>
                </a:solidFill>
              </a:rPr>
              <a:t>main</a:t>
            </a:r>
            <a:r>
              <a:rPr lang="fr-CA"/>
              <a:t> et </a:t>
            </a:r>
            <a:r>
              <a:rPr lang="fr-CA" dirty="0" err="1">
                <a:solidFill>
                  <a:srgbClr val="F75A3B"/>
                </a:solidFill>
              </a:rPr>
              <a:t>footer</a:t>
            </a:r>
            <a:r>
              <a:rPr lang="fr-CA"/>
              <a:t> sont sémantiques : Ils donnent une signification aux éléments qu’ils regroupent et ne devrait être utilisés qu’une fois par page Web chacun. (Sauf </a:t>
            </a:r>
            <a:r>
              <a:rPr lang="fr-CA" dirty="0" err="1"/>
              <a:t>nav</a:t>
            </a:r>
            <a:r>
              <a:rPr lang="fr-CA"/>
              <a:t>)</a:t>
            </a:r>
          </a:p>
          <a:p>
            <a:pPr lvl="2"/>
            <a:r>
              <a:rPr lang="fr-CA"/>
              <a:t>En </a:t>
            </a:r>
            <a:r>
              <a:rPr lang="fr-CA" dirty="0"/>
              <a:t>terme</a:t>
            </a:r>
            <a:r>
              <a:rPr lang="fr-CA"/>
              <a:t> d’utilité, ils sont similaires à </a:t>
            </a:r>
            <a:r>
              <a:rPr lang="fr-CA">
                <a:solidFill>
                  <a:srgbClr val="F75A3B"/>
                </a:solidFill>
              </a:rPr>
              <a:t>div</a:t>
            </a:r>
            <a:r>
              <a:rPr lang="fr-CA"/>
              <a:t> : ils regroupent des éléments.</a:t>
            </a:r>
          </a:p>
          <a:p>
            <a:pPr lvl="2"/>
            <a:r>
              <a:rPr lang="fr-CA"/>
              <a:t>Par contre : La sémantique / signification qu’ils ajoutent à leur section de la page Web offre des avantages au niveau de l’</a:t>
            </a:r>
            <a:r>
              <a:rPr lang="fr-CA" b="1"/>
              <a:t>accessibilité</a:t>
            </a:r>
            <a:r>
              <a:rPr lang="fr-CA"/>
              <a:t>. (Accès au contenu pour les utilisateurs avec handicap)</a:t>
            </a:r>
          </a:p>
          <a:p>
            <a:pPr lvl="1"/>
            <a:endParaRPr lang="fr-CA"/>
          </a:p>
        </p:txBody>
      </p:sp>
    </p:spTree>
    <p:extLst>
      <p:ext uri="{BB962C8B-B14F-4D97-AF65-F5344CB8AC3E}">
        <p14:creationId xmlns:p14="http://schemas.microsoft.com/office/powerpoint/2010/main" val="3519582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54A14D-6A70-4EDE-AC28-BF8A26E1C7ED}"/>
              </a:ext>
            </a:extLst>
          </p:cNvPr>
          <p:cNvSpPr>
            <a:spLocks noGrp="1"/>
          </p:cNvSpPr>
          <p:nvPr>
            <p:ph type="title"/>
          </p:nvPr>
        </p:nvSpPr>
        <p:spPr/>
        <p:txBody>
          <a:bodyPr/>
          <a:lstStyle/>
          <a:p>
            <a:r>
              <a:rPr lang="fr-CA"/>
              <a:t>Éléments de groupement</a:t>
            </a:r>
          </a:p>
        </p:txBody>
      </p:sp>
      <p:sp>
        <p:nvSpPr>
          <p:cNvPr id="3" name="Espace réservé du contenu 2">
            <a:extLst>
              <a:ext uri="{FF2B5EF4-FFF2-40B4-BE49-F238E27FC236}">
                <a16:creationId xmlns:a16="http://schemas.microsoft.com/office/drawing/2014/main" id="{16B82CC5-7D60-4FEE-B760-EF8687426F78}"/>
              </a:ext>
            </a:extLst>
          </p:cNvPr>
          <p:cNvSpPr>
            <a:spLocks noGrp="1"/>
          </p:cNvSpPr>
          <p:nvPr>
            <p:ph idx="1"/>
          </p:nvPr>
        </p:nvSpPr>
        <p:spPr/>
        <p:txBody>
          <a:bodyPr/>
          <a:lstStyle/>
          <a:p>
            <a:r>
              <a:rPr lang="fr-CA"/>
              <a:t>L’élément </a:t>
            </a:r>
            <a:r>
              <a:rPr lang="fr-CA" b="1">
                <a:solidFill>
                  <a:srgbClr val="F75A3B"/>
                </a:solidFill>
              </a:rPr>
              <a:t>header</a:t>
            </a:r>
            <a:r>
              <a:rPr lang="fr-CA"/>
              <a:t> : En-tête de la page. Souvent commun à toutes les pages d’un site Web. Contient titres, bannières, logos, etc.</a:t>
            </a:r>
          </a:p>
          <a:p>
            <a:pPr lvl="1"/>
            <a:r>
              <a:rPr lang="fr-CA"/>
              <a:t>Encadré en rouge ici :</a:t>
            </a:r>
          </a:p>
        </p:txBody>
      </p:sp>
      <p:pic>
        <p:nvPicPr>
          <p:cNvPr id="9" name="Image 8">
            <a:extLst>
              <a:ext uri="{FF2B5EF4-FFF2-40B4-BE49-F238E27FC236}">
                <a16:creationId xmlns:a16="http://schemas.microsoft.com/office/drawing/2014/main" id="{113C26DE-1422-4120-B102-86BE1C956EEE}"/>
              </a:ext>
            </a:extLst>
          </p:cNvPr>
          <p:cNvPicPr>
            <a:picLocks noChangeAspect="1"/>
          </p:cNvPicPr>
          <p:nvPr/>
        </p:nvPicPr>
        <p:blipFill>
          <a:blip r:embed="rId2"/>
          <a:stretch>
            <a:fillRect/>
          </a:stretch>
        </p:blipFill>
        <p:spPr>
          <a:xfrm>
            <a:off x="3723374" y="2654324"/>
            <a:ext cx="4745251" cy="3174219"/>
          </a:xfrm>
          <a:prstGeom prst="rect">
            <a:avLst/>
          </a:prstGeom>
          <a:ln w="38100">
            <a:solidFill>
              <a:srgbClr val="81ADB6"/>
            </a:solidFill>
          </a:ln>
        </p:spPr>
      </p:pic>
      <p:pic>
        <p:nvPicPr>
          <p:cNvPr id="11" name="Image 10">
            <a:extLst>
              <a:ext uri="{FF2B5EF4-FFF2-40B4-BE49-F238E27FC236}">
                <a16:creationId xmlns:a16="http://schemas.microsoft.com/office/drawing/2014/main" id="{79EE625E-9B25-43A0-A032-8A0D400AB0A8}"/>
              </a:ext>
            </a:extLst>
          </p:cNvPr>
          <p:cNvPicPr>
            <a:picLocks noChangeAspect="1"/>
          </p:cNvPicPr>
          <p:nvPr/>
        </p:nvPicPr>
        <p:blipFill>
          <a:blip r:embed="rId3"/>
          <a:stretch>
            <a:fillRect/>
          </a:stretch>
        </p:blipFill>
        <p:spPr>
          <a:xfrm>
            <a:off x="517767" y="2654324"/>
            <a:ext cx="2860163" cy="801856"/>
          </a:xfrm>
          <a:prstGeom prst="rect">
            <a:avLst/>
          </a:prstGeom>
          <a:ln w="38100">
            <a:solidFill>
              <a:srgbClr val="81ADB6"/>
            </a:solidFill>
          </a:ln>
        </p:spPr>
      </p:pic>
    </p:spTree>
    <p:extLst>
      <p:ext uri="{BB962C8B-B14F-4D97-AF65-F5344CB8AC3E}">
        <p14:creationId xmlns:p14="http://schemas.microsoft.com/office/powerpoint/2010/main" val="2249384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54A14D-6A70-4EDE-AC28-BF8A26E1C7ED}"/>
              </a:ext>
            </a:extLst>
          </p:cNvPr>
          <p:cNvSpPr>
            <a:spLocks noGrp="1"/>
          </p:cNvSpPr>
          <p:nvPr>
            <p:ph type="title"/>
          </p:nvPr>
        </p:nvSpPr>
        <p:spPr/>
        <p:txBody>
          <a:bodyPr/>
          <a:lstStyle/>
          <a:p>
            <a:r>
              <a:rPr lang="fr-CA"/>
              <a:t>Éléments de groupement</a:t>
            </a:r>
          </a:p>
        </p:txBody>
      </p:sp>
      <p:sp>
        <p:nvSpPr>
          <p:cNvPr id="3" name="Espace réservé du contenu 2">
            <a:extLst>
              <a:ext uri="{FF2B5EF4-FFF2-40B4-BE49-F238E27FC236}">
                <a16:creationId xmlns:a16="http://schemas.microsoft.com/office/drawing/2014/main" id="{16B82CC5-7D60-4FEE-B760-EF8687426F78}"/>
              </a:ext>
            </a:extLst>
          </p:cNvPr>
          <p:cNvSpPr>
            <a:spLocks noGrp="1"/>
          </p:cNvSpPr>
          <p:nvPr>
            <p:ph idx="1"/>
          </p:nvPr>
        </p:nvSpPr>
        <p:spPr/>
        <p:txBody>
          <a:bodyPr/>
          <a:lstStyle/>
          <a:p>
            <a:r>
              <a:rPr lang="fr-CA"/>
              <a:t>L’élément </a:t>
            </a:r>
            <a:r>
              <a:rPr lang="fr-CA" b="1" dirty="0" err="1">
                <a:solidFill>
                  <a:srgbClr val="F75A3B"/>
                </a:solidFill>
              </a:rPr>
              <a:t>nav</a:t>
            </a:r>
            <a:r>
              <a:rPr lang="fr-CA"/>
              <a:t> : Contient le menu de navigation (généralement avec des boutons) vers les autres pages principales du site Web.</a:t>
            </a:r>
          </a:p>
          <a:p>
            <a:pPr lvl="1"/>
            <a:r>
              <a:rPr lang="fr-CA"/>
              <a:t>Parfois intégré à l’intérieur du </a:t>
            </a:r>
            <a:r>
              <a:rPr lang="fr-CA">
                <a:solidFill>
                  <a:srgbClr val="F75A3B"/>
                </a:solidFill>
              </a:rPr>
              <a:t>header</a:t>
            </a:r>
            <a:r>
              <a:rPr lang="fr-CA"/>
              <a:t>, parfois non.</a:t>
            </a:r>
          </a:p>
          <a:p>
            <a:pPr lvl="1"/>
            <a:r>
              <a:rPr lang="fr-CA"/>
              <a:t>Parfois horizontal, parfois vertical.</a:t>
            </a:r>
          </a:p>
          <a:p>
            <a:pPr lvl="1"/>
            <a:r>
              <a:rPr lang="fr-CA"/>
              <a:t>Encadré en rouge </a:t>
            </a:r>
            <a:r>
              <a:rPr lang="fr-CA" dirty="0"/>
              <a:t>dans l’extrait ci-contre</a:t>
            </a:r>
            <a:r>
              <a:rPr lang="fr-CA"/>
              <a:t>.</a:t>
            </a:r>
          </a:p>
          <a:p>
            <a:pPr lvl="1"/>
            <a:r>
              <a:rPr lang="fr-CA"/>
              <a:t>Il peut y en avoir plusieurs dans une page.</a:t>
            </a:r>
          </a:p>
        </p:txBody>
      </p:sp>
      <p:pic>
        <p:nvPicPr>
          <p:cNvPr id="5" name="Image 4">
            <a:extLst>
              <a:ext uri="{FF2B5EF4-FFF2-40B4-BE49-F238E27FC236}">
                <a16:creationId xmlns:a16="http://schemas.microsoft.com/office/drawing/2014/main" id="{53B2EC83-B91A-4A7D-903E-B1DD02F3981E}"/>
              </a:ext>
            </a:extLst>
          </p:cNvPr>
          <p:cNvPicPr>
            <a:picLocks noChangeAspect="1"/>
          </p:cNvPicPr>
          <p:nvPr/>
        </p:nvPicPr>
        <p:blipFill>
          <a:blip r:embed="rId2"/>
          <a:stretch>
            <a:fillRect/>
          </a:stretch>
        </p:blipFill>
        <p:spPr>
          <a:xfrm>
            <a:off x="7317885" y="2371609"/>
            <a:ext cx="4537728" cy="3035402"/>
          </a:xfrm>
          <a:prstGeom prst="rect">
            <a:avLst/>
          </a:prstGeom>
          <a:ln w="38100">
            <a:solidFill>
              <a:srgbClr val="81ADB6"/>
            </a:solidFill>
          </a:ln>
        </p:spPr>
      </p:pic>
      <p:pic>
        <p:nvPicPr>
          <p:cNvPr id="7" name="Image 6">
            <a:extLst>
              <a:ext uri="{FF2B5EF4-FFF2-40B4-BE49-F238E27FC236}">
                <a16:creationId xmlns:a16="http://schemas.microsoft.com/office/drawing/2014/main" id="{CAED7855-368E-454C-A52D-8517B987E18F}"/>
              </a:ext>
            </a:extLst>
          </p:cNvPr>
          <p:cNvPicPr>
            <a:picLocks noChangeAspect="1"/>
          </p:cNvPicPr>
          <p:nvPr/>
        </p:nvPicPr>
        <p:blipFill>
          <a:blip r:embed="rId3"/>
          <a:stretch>
            <a:fillRect/>
          </a:stretch>
        </p:blipFill>
        <p:spPr>
          <a:xfrm>
            <a:off x="2773222" y="4553497"/>
            <a:ext cx="3078747" cy="853514"/>
          </a:xfrm>
          <a:prstGeom prst="rect">
            <a:avLst/>
          </a:prstGeom>
          <a:ln w="38100">
            <a:solidFill>
              <a:srgbClr val="81ADB6"/>
            </a:solidFill>
          </a:ln>
        </p:spPr>
      </p:pic>
      <p:cxnSp>
        <p:nvCxnSpPr>
          <p:cNvPr id="6" name="Connecteur droit avec flèche 5">
            <a:extLst>
              <a:ext uri="{FF2B5EF4-FFF2-40B4-BE49-F238E27FC236}">
                <a16:creationId xmlns:a16="http://schemas.microsoft.com/office/drawing/2014/main" id="{6B62DF22-75FF-4BA7-8CB9-150F2ED8A703}"/>
              </a:ext>
            </a:extLst>
          </p:cNvPr>
          <p:cNvCxnSpPr/>
          <p:nvPr/>
        </p:nvCxnSpPr>
        <p:spPr>
          <a:xfrm>
            <a:off x="6652470" y="2835479"/>
            <a:ext cx="4949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0737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54A14D-6A70-4EDE-AC28-BF8A26E1C7ED}"/>
              </a:ext>
            </a:extLst>
          </p:cNvPr>
          <p:cNvSpPr>
            <a:spLocks noGrp="1"/>
          </p:cNvSpPr>
          <p:nvPr>
            <p:ph type="title"/>
          </p:nvPr>
        </p:nvSpPr>
        <p:spPr/>
        <p:txBody>
          <a:bodyPr/>
          <a:lstStyle/>
          <a:p>
            <a:r>
              <a:rPr lang="fr-CA"/>
              <a:t>Éléments de groupement</a:t>
            </a:r>
          </a:p>
        </p:txBody>
      </p:sp>
      <p:sp>
        <p:nvSpPr>
          <p:cNvPr id="3" name="Espace réservé du contenu 2">
            <a:extLst>
              <a:ext uri="{FF2B5EF4-FFF2-40B4-BE49-F238E27FC236}">
                <a16:creationId xmlns:a16="http://schemas.microsoft.com/office/drawing/2014/main" id="{16B82CC5-7D60-4FEE-B760-EF8687426F78}"/>
              </a:ext>
            </a:extLst>
          </p:cNvPr>
          <p:cNvSpPr>
            <a:spLocks noGrp="1"/>
          </p:cNvSpPr>
          <p:nvPr>
            <p:ph idx="1"/>
          </p:nvPr>
        </p:nvSpPr>
        <p:spPr/>
        <p:txBody>
          <a:bodyPr/>
          <a:lstStyle/>
          <a:p>
            <a:r>
              <a:rPr lang="fr-CA"/>
              <a:t>Élément </a:t>
            </a:r>
            <a:r>
              <a:rPr lang="fr-CA" b="1">
                <a:solidFill>
                  <a:srgbClr val="F75A3B"/>
                </a:solidFill>
              </a:rPr>
              <a:t>footer</a:t>
            </a:r>
            <a:r>
              <a:rPr lang="fr-CA"/>
              <a:t> : Pied de page, souvent commun à toutes les pages d’un Site Web. Contient logo, copyrights, « à propos », etc.</a:t>
            </a:r>
          </a:p>
          <a:p>
            <a:pPr lvl="1"/>
            <a:r>
              <a:rPr lang="fr-CA"/>
              <a:t> Encadré en rouge ici :</a:t>
            </a:r>
          </a:p>
        </p:txBody>
      </p:sp>
      <p:pic>
        <p:nvPicPr>
          <p:cNvPr id="5" name="Image 4">
            <a:extLst>
              <a:ext uri="{FF2B5EF4-FFF2-40B4-BE49-F238E27FC236}">
                <a16:creationId xmlns:a16="http://schemas.microsoft.com/office/drawing/2014/main" id="{18538822-31EE-486E-946D-B74CE8FCDD69}"/>
              </a:ext>
            </a:extLst>
          </p:cNvPr>
          <p:cNvPicPr>
            <a:picLocks noChangeAspect="1"/>
          </p:cNvPicPr>
          <p:nvPr/>
        </p:nvPicPr>
        <p:blipFill>
          <a:blip r:embed="rId2"/>
          <a:stretch>
            <a:fillRect/>
          </a:stretch>
        </p:blipFill>
        <p:spPr>
          <a:xfrm>
            <a:off x="4017583" y="2457855"/>
            <a:ext cx="3991523" cy="3544164"/>
          </a:xfrm>
          <a:prstGeom prst="rect">
            <a:avLst/>
          </a:prstGeom>
          <a:ln w="38100">
            <a:solidFill>
              <a:srgbClr val="81ADB6"/>
            </a:solidFill>
          </a:ln>
        </p:spPr>
      </p:pic>
      <p:pic>
        <p:nvPicPr>
          <p:cNvPr id="6" name="Image 6">
            <a:extLst>
              <a:ext uri="{FF2B5EF4-FFF2-40B4-BE49-F238E27FC236}">
                <a16:creationId xmlns:a16="http://schemas.microsoft.com/office/drawing/2014/main" id="{4958DCDB-1E3B-4450-8CAD-7C531CA68890}"/>
              </a:ext>
            </a:extLst>
          </p:cNvPr>
          <p:cNvPicPr>
            <a:picLocks noChangeAspect="1"/>
          </p:cNvPicPr>
          <p:nvPr/>
        </p:nvPicPr>
        <p:blipFill>
          <a:blip r:embed="rId3"/>
          <a:stretch>
            <a:fillRect/>
          </a:stretch>
        </p:blipFill>
        <p:spPr>
          <a:xfrm>
            <a:off x="8279048" y="2476906"/>
            <a:ext cx="3520745" cy="899238"/>
          </a:xfrm>
          <a:prstGeom prst="rect">
            <a:avLst/>
          </a:prstGeom>
          <a:ln w="38100">
            <a:solidFill>
              <a:srgbClr val="81ADB6"/>
            </a:solidFill>
          </a:ln>
        </p:spPr>
      </p:pic>
    </p:spTree>
    <p:extLst>
      <p:ext uri="{BB962C8B-B14F-4D97-AF65-F5344CB8AC3E}">
        <p14:creationId xmlns:p14="http://schemas.microsoft.com/office/powerpoint/2010/main" val="3541664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54A14D-6A70-4EDE-AC28-BF8A26E1C7ED}"/>
              </a:ext>
            </a:extLst>
          </p:cNvPr>
          <p:cNvSpPr>
            <a:spLocks noGrp="1"/>
          </p:cNvSpPr>
          <p:nvPr>
            <p:ph type="title"/>
          </p:nvPr>
        </p:nvSpPr>
        <p:spPr/>
        <p:txBody>
          <a:bodyPr/>
          <a:lstStyle/>
          <a:p>
            <a:r>
              <a:rPr lang="fr-CA"/>
              <a:t>Éléments de groupement</a:t>
            </a:r>
          </a:p>
        </p:txBody>
      </p:sp>
      <p:sp>
        <p:nvSpPr>
          <p:cNvPr id="3" name="Espace réservé du contenu 2">
            <a:extLst>
              <a:ext uri="{FF2B5EF4-FFF2-40B4-BE49-F238E27FC236}">
                <a16:creationId xmlns:a16="http://schemas.microsoft.com/office/drawing/2014/main" id="{16B82CC5-7D60-4FEE-B760-EF8687426F78}"/>
              </a:ext>
            </a:extLst>
          </p:cNvPr>
          <p:cNvSpPr>
            <a:spLocks noGrp="1"/>
          </p:cNvSpPr>
          <p:nvPr>
            <p:ph idx="1"/>
          </p:nvPr>
        </p:nvSpPr>
        <p:spPr/>
        <p:txBody>
          <a:bodyPr/>
          <a:lstStyle/>
          <a:p>
            <a:r>
              <a:rPr lang="fr-CA" dirty="0"/>
              <a:t>Élément </a:t>
            </a:r>
            <a:r>
              <a:rPr lang="fr-CA" b="1" dirty="0">
                <a:solidFill>
                  <a:srgbClr val="F75A3B"/>
                </a:solidFill>
              </a:rPr>
              <a:t>main</a:t>
            </a:r>
            <a:r>
              <a:rPr lang="fr-CA" dirty="0"/>
              <a:t> : Contenu qui varie grandement d’une page à l’autre. C’est toutes les informations propres à </a:t>
            </a:r>
            <a:r>
              <a:rPr lang="fr-CA" b="1" dirty="0"/>
              <a:t>une</a:t>
            </a:r>
            <a:r>
              <a:rPr lang="fr-CA" dirty="0"/>
              <a:t> page Web. Potentiellement très vaste.</a:t>
            </a:r>
          </a:p>
          <a:p>
            <a:pPr lvl="1"/>
            <a:r>
              <a:rPr lang="fr-CA" dirty="0"/>
              <a:t>Encadré en rouge ici :</a:t>
            </a:r>
          </a:p>
        </p:txBody>
      </p:sp>
      <p:pic>
        <p:nvPicPr>
          <p:cNvPr id="5" name="Image 4">
            <a:extLst>
              <a:ext uri="{FF2B5EF4-FFF2-40B4-BE49-F238E27FC236}">
                <a16:creationId xmlns:a16="http://schemas.microsoft.com/office/drawing/2014/main" id="{9142627C-993A-41DC-9180-CDAD955FF829}"/>
              </a:ext>
            </a:extLst>
          </p:cNvPr>
          <p:cNvPicPr>
            <a:picLocks noChangeAspect="1"/>
          </p:cNvPicPr>
          <p:nvPr/>
        </p:nvPicPr>
        <p:blipFill>
          <a:blip r:embed="rId2"/>
          <a:stretch>
            <a:fillRect/>
          </a:stretch>
        </p:blipFill>
        <p:spPr>
          <a:xfrm>
            <a:off x="3846682" y="2678349"/>
            <a:ext cx="3870391" cy="3440348"/>
          </a:xfrm>
          <a:prstGeom prst="rect">
            <a:avLst/>
          </a:prstGeom>
          <a:ln w="38100">
            <a:solidFill>
              <a:srgbClr val="81ADB6"/>
            </a:solidFill>
          </a:ln>
        </p:spPr>
      </p:pic>
      <p:pic>
        <p:nvPicPr>
          <p:cNvPr id="6" name="Image 6">
            <a:extLst>
              <a:ext uri="{FF2B5EF4-FFF2-40B4-BE49-F238E27FC236}">
                <a16:creationId xmlns:a16="http://schemas.microsoft.com/office/drawing/2014/main" id="{8737DB11-D580-49FE-B5C6-F7C92D6F6519}"/>
              </a:ext>
            </a:extLst>
          </p:cNvPr>
          <p:cNvPicPr>
            <a:picLocks noChangeAspect="1"/>
          </p:cNvPicPr>
          <p:nvPr/>
        </p:nvPicPr>
        <p:blipFill>
          <a:blip r:embed="rId3"/>
          <a:stretch>
            <a:fillRect/>
          </a:stretch>
        </p:blipFill>
        <p:spPr>
          <a:xfrm>
            <a:off x="386939" y="2689698"/>
            <a:ext cx="3254022" cy="937341"/>
          </a:xfrm>
          <a:prstGeom prst="rect">
            <a:avLst/>
          </a:prstGeom>
          <a:ln w="38100">
            <a:solidFill>
              <a:srgbClr val="81ADB6"/>
            </a:solidFill>
          </a:ln>
        </p:spPr>
      </p:pic>
    </p:spTree>
    <p:extLst>
      <p:ext uri="{BB962C8B-B14F-4D97-AF65-F5344CB8AC3E}">
        <p14:creationId xmlns:p14="http://schemas.microsoft.com/office/powerpoint/2010/main" val="3830101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54A14D-6A70-4EDE-AC28-BF8A26E1C7ED}"/>
              </a:ext>
            </a:extLst>
          </p:cNvPr>
          <p:cNvSpPr>
            <a:spLocks noGrp="1"/>
          </p:cNvSpPr>
          <p:nvPr>
            <p:ph type="title"/>
          </p:nvPr>
        </p:nvSpPr>
        <p:spPr/>
        <p:txBody>
          <a:bodyPr/>
          <a:lstStyle/>
          <a:p>
            <a:r>
              <a:rPr lang="fr-CA"/>
              <a:t>Styles de base</a:t>
            </a:r>
          </a:p>
        </p:txBody>
      </p:sp>
      <p:sp>
        <p:nvSpPr>
          <p:cNvPr id="3" name="Espace réservé du contenu 2">
            <a:extLst>
              <a:ext uri="{FF2B5EF4-FFF2-40B4-BE49-F238E27FC236}">
                <a16:creationId xmlns:a16="http://schemas.microsoft.com/office/drawing/2014/main" id="{16B82CC5-7D60-4FEE-B760-EF8687426F78}"/>
              </a:ext>
            </a:extLst>
          </p:cNvPr>
          <p:cNvSpPr>
            <a:spLocks noGrp="1"/>
          </p:cNvSpPr>
          <p:nvPr>
            <p:ph idx="1"/>
          </p:nvPr>
        </p:nvSpPr>
        <p:spPr/>
        <p:txBody>
          <a:bodyPr/>
          <a:lstStyle/>
          <a:p>
            <a:r>
              <a:rPr lang="fr-CA"/>
              <a:t>Pour conclure, abordons quelques styles CSS de base :</a:t>
            </a:r>
          </a:p>
          <a:p>
            <a:pPr lvl="1"/>
            <a:r>
              <a:rPr lang="fr-CA"/>
              <a:t>Styles colorés</a:t>
            </a:r>
          </a:p>
          <a:p>
            <a:pPr lvl="1"/>
            <a:r>
              <a:rPr lang="fr-CA"/>
              <a:t>Styles de texte</a:t>
            </a:r>
          </a:p>
          <a:p>
            <a:pPr lvl="1"/>
            <a:r>
              <a:rPr lang="fr-CA"/>
              <a:t>Styles de police</a:t>
            </a:r>
          </a:p>
          <a:p>
            <a:pPr lvl="1"/>
            <a:endParaRPr lang="fr-CA"/>
          </a:p>
          <a:p>
            <a:r>
              <a:rPr lang="fr-CA"/>
              <a:t>Pour les curieux / étudiants qui ne dorment pas :</a:t>
            </a:r>
          </a:p>
          <a:p>
            <a:pPr lvl="1"/>
            <a:r>
              <a:rPr lang="fr-CA"/>
              <a:t>Liste de tous les styles CSS : </a:t>
            </a:r>
            <a:r>
              <a:rPr lang="fr-CA">
                <a:hlinkClick r:id="rId2"/>
              </a:rPr>
              <a:t>https://www.w3schools.com/cssref/</a:t>
            </a:r>
            <a:endParaRPr lang="fr-CA"/>
          </a:p>
        </p:txBody>
      </p:sp>
      <p:pic>
        <p:nvPicPr>
          <p:cNvPr id="5" name="Image 4">
            <a:extLst>
              <a:ext uri="{FF2B5EF4-FFF2-40B4-BE49-F238E27FC236}">
                <a16:creationId xmlns:a16="http://schemas.microsoft.com/office/drawing/2014/main" id="{74A02839-488F-4671-B9A4-7DD1453A4AED}"/>
              </a:ext>
            </a:extLst>
          </p:cNvPr>
          <p:cNvPicPr>
            <a:picLocks noChangeAspect="1"/>
          </p:cNvPicPr>
          <p:nvPr/>
        </p:nvPicPr>
        <p:blipFill>
          <a:blip r:embed="rId3"/>
          <a:stretch>
            <a:fillRect/>
          </a:stretch>
        </p:blipFill>
        <p:spPr>
          <a:xfrm>
            <a:off x="3578869" y="2283633"/>
            <a:ext cx="403895" cy="358171"/>
          </a:xfrm>
          <a:prstGeom prst="rect">
            <a:avLst/>
          </a:prstGeom>
        </p:spPr>
      </p:pic>
      <p:pic>
        <p:nvPicPr>
          <p:cNvPr id="7" name="Image 6">
            <a:extLst>
              <a:ext uri="{FF2B5EF4-FFF2-40B4-BE49-F238E27FC236}">
                <a16:creationId xmlns:a16="http://schemas.microsoft.com/office/drawing/2014/main" id="{33C6D41F-6A2D-4C8C-9C20-D38A5B3EB8BA}"/>
              </a:ext>
            </a:extLst>
          </p:cNvPr>
          <p:cNvPicPr>
            <a:picLocks noChangeAspect="1"/>
          </p:cNvPicPr>
          <p:nvPr/>
        </p:nvPicPr>
        <p:blipFill>
          <a:blip r:embed="rId4"/>
          <a:stretch>
            <a:fillRect/>
          </a:stretch>
        </p:blipFill>
        <p:spPr>
          <a:xfrm>
            <a:off x="3982764" y="2283633"/>
            <a:ext cx="304826" cy="342930"/>
          </a:xfrm>
          <a:prstGeom prst="rect">
            <a:avLst/>
          </a:prstGeom>
        </p:spPr>
      </p:pic>
    </p:spTree>
    <p:extLst>
      <p:ext uri="{BB962C8B-B14F-4D97-AF65-F5344CB8AC3E}">
        <p14:creationId xmlns:p14="http://schemas.microsoft.com/office/powerpoint/2010/main" val="36332420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33DD42-A026-4EC8-954E-CD7B64D72F0F}"/>
              </a:ext>
            </a:extLst>
          </p:cNvPr>
          <p:cNvSpPr>
            <a:spLocks noGrp="1"/>
          </p:cNvSpPr>
          <p:nvPr>
            <p:ph type="title"/>
          </p:nvPr>
        </p:nvSpPr>
        <p:spPr/>
        <p:txBody>
          <a:bodyPr/>
          <a:lstStyle/>
          <a:p>
            <a:r>
              <a:rPr lang="fr-CA"/>
              <a:t>Couleurs</a:t>
            </a:r>
          </a:p>
        </p:txBody>
      </p:sp>
      <p:sp>
        <p:nvSpPr>
          <p:cNvPr id="3" name="Espace réservé du contenu 2">
            <a:extLst>
              <a:ext uri="{FF2B5EF4-FFF2-40B4-BE49-F238E27FC236}">
                <a16:creationId xmlns:a16="http://schemas.microsoft.com/office/drawing/2014/main" id="{BD6B15B2-9699-4DC9-8217-EE52B3CC2782}"/>
              </a:ext>
            </a:extLst>
          </p:cNvPr>
          <p:cNvSpPr>
            <a:spLocks noGrp="1"/>
          </p:cNvSpPr>
          <p:nvPr>
            <p:ph idx="1"/>
          </p:nvPr>
        </p:nvSpPr>
        <p:spPr/>
        <p:txBody>
          <a:bodyPr/>
          <a:lstStyle/>
          <a:p>
            <a:r>
              <a:rPr lang="fr-CA"/>
              <a:t>Règle </a:t>
            </a:r>
            <a:r>
              <a:rPr lang="fr-CA" b="1">
                <a:solidFill>
                  <a:srgbClr val="F75A3B"/>
                </a:solidFill>
              </a:rPr>
              <a:t>color</a:t>
            </a:r>
            <a:r>
              <a:rPr lang="fr-CA"/>
              <a:t> :</a:t>
            </a:r>
          </a:p>
          <a:p>
            <a:pPr lvl="1"/>
            <a:r>
              <a:rPr lang="fr-CA"/>
              <a:t>Change la couleur du texte.</a:t>
            </a:r>
          </a:p>
          <a:p>
            <a:pPr lvl="1"/>
            <a:endParaRPr lang="fr-CA"/>
          </a:p>
          <a:p>
            <a:pPr lvl="1"/>
            <a:endParaRPr lang="fr-CA"/>
          </a:p>
          <a:p>
            <a:pPr lvl="1"/>
            <a:endParaRPr lang="fr-CA"/>
          </a:p>
          <a:p>
            <a:r>
              <a:rPr lang="fr-CA"/>
              <a:t>Règle </a:t>
            </a:r>
            <a:r>
              <a:rPr lang="fr-CA" b="1">
                <a:solidFill>
                  <a:srgbClr val="F75A3B"/>
                </a:solidFill>
              </a:rPr>
              <a:t>background-color</a:t>
            </a:r>
            <a:r>
              <a:rPr lang="fr-CA"/>
              <a:t> :</a:t>
            </a:r>
          </a:p>
          <a:p>
            <a:pPr lvl="1"/>
            <a:r>
              <a:rPr lang="fr-CA"/>
              <a:t>Change la couleur de fond d’un élément.</a:t>
            </a:r>
          </a:p>
        </p:txBody>
      </p:sp>
      <p:pic>
        <p:nvPicPr>
          <p:cNvPr id="5" name="Image 4">
            <a:extLst>
              <a:ext uri="{FF2B5EF4-FFF2-40B4-BE49-F238E27FC236}">
                <a16:creationId xmlns:a16="http://schemas.microsoft.com/office/drawing/2014/main" id="{9EDF716E-FC3D-4F12-9408-ECCE427EAFB0}"/>
              </a:ext>
            </a:extLst>
          </p:cNvPr>
          <p:cNvPicPr>
            <a:picLocks noChangeAspect="1"/>
          </p:cNvPicPr>
          <p:nvPr/>
        </p:nvPicPr>
        <p:blipFill>
          <a:blip r:embed="rId2"/>
          <a:stretch>
            <a:fillRect/>
          </a:stretch>
        </p:blipFill>
        <p:spPr>
          <a:xfrm>
            <a:off x="1961791" y="1988322"/>
            <a:ext cx="8268417" cy="274344"/>
          </a:xfrm>
          <a:prstGeom prst="rect">
            <a:avLst/>
          </a:prstGeom>
          <a:ln w="38100">
            <a:solidFill>
              <a:srgbClr val="81ADB6"/>
            </a:solidFill>
          </a:ln>
        </p:spPr>
      </p:pic>
      <p:pic>
        <p:nvPicPr>
          <p:cNvPr id="7" name="Image 6">
            <a:extLst>
              <a:ext uri="{FF2B5EF4-FFF2-40B4-BE49-F238E27FC236}">
                <a16:creationId xmlns:a16="http://schemas.microsoft.com/office/drawing/2014/main" id="{467B3F05-9583-4AF2-99A8-8B75AAE4DB88}"/>
              </a:ext>
            </a:extLst>
          </p:cNvPr>
          <p:cNvPicPr>
            <a:picLocks noChangeAspect="1"/>
          </p:cNvPicPr>
          <p:nvPr/>
        </p:nvPicPr>
        <p:blipFill>
          <a:blip r:embed="rId3"/>
          <a:stretch>
            <a:fillRect/>
          </a:stretch>
        </p:blipFill>
        <p:spPr>
          <a:xfrm>
            <a:off x="4333006" y="2445233"/>
            <a:ext cx="3397242" cy="417600"/>
          </a:xfrm>
          <a:prstGeom prst="rect">
            <a:avLst/>
          </a:prstGeom>
          <a:ln w="38100">
            <a:solidFill>
              <a:srgbClr val="81ADB6"/>
            </a:solidFill>
          </a:ln>
        </p:spPr>
      </p:pic>
      <p:pic>
        <p:nvPicPr>
          <p:cNvPr id="9" name="Image 8">
            <a:extLst>
              <a:ext uri="{FF2B5EF4-FFF2-40B4-BE49-F238E27FC236}">
                <a16:creationId xmlns:a16="http://schemas.microsoft.com/office/drawing/2014/main" id="{D8881761-711C-46F3-8FB9-0E113ACDCFB8}"/>
              </a:ext>
            </a:extLst>
          </p:cNvPr>
          <p:cNvPicPr>
            <a:picLocks noChangeAspect="1"/>
          </p:cNvPicPr>
          <p:nvPr/>
        </p:nvPicPr>
        <p:blipFill>
          <a:blip r:embed="rId4"/>
          <a:stretch>
            <a:fillRect/>
          </a:stretch>
        </p:blipFill>
        <p:spPr>
          <a:xfrm>
            <a:off x="734256" y="4218414"/>
            <a:ext cx="6401355" cy="1546994"/>
          </a:xfrm>
          <a:prstGeom prst="rect">
            <a:avLst/>
          </a:prstGeom>
          <a:ln w="38100">
            <a:solidFill>
              <a:srgbClr val="81ADB6"/>
            </a:solidFill>
          </a:ln>
        </p:spPr>
      </p:pic>
      <p:pic>
        <p:nvPicPr>
          <p:cNvPr id="11" name="Image 10">
            <a:extLst>
              <a:ext uri="{FF2B5EF4-FFF2-40B4-BE49-F238E27FC236}">
                <a16:creationId xmlns:a16="http://schemas.microsoft.com/office/drawing/2014/main" id="{C12045AB-DE55-4CDA-BC33-D3D26D9C86BB}"/>
              </a:ext>
            </a:extLst>
          </p:cNvPr>
          <p:cNvPicPr>
            <a:picLocks noChangeAspect="1"/>
          </p:cNvPicPr>
          <p:nvPr/>
        </p:nvPicPr>
        <p:blipFill>
          <a:blip r:embed="rId5"/>
          <a:stretch>
            <a:fillRect/>
          </a:stretch>
        </p:blipFill>
        <p:spPr>
          <a:xfrm>
            <a:off x="7726366" y="4081242"/>
            <a:ext cx="3627434" cy="1821338"/>
          </a:xfrm>
          <a:prstGeom prst="rect">
            <a:avLst/>
          </a:prstGeom>
          <a:ln w="38100">
            <a:solidFill>
              <a:srgbClr val="81ADB6"/>
            </a:solidFill>
          </a:ln>
        </p:spPr>
      </p:pic>
    </p:spTree>
    <p:extLst>
      <p:ext uri="{BB962C8B-B14F-4D97-AF65-F5344CB8AC3E}">
        <p14:creationId xmlns:p14="http://schemas.microsoft.com/office/powerpoint/2010/main" val="39278631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5C5143-3E60-46F1-A306-B53FB1558FCB}"/>
              </a:ext>
            </a:extLst>
          </p:cNvPr>
          <p:cNvSpPr>
            <a:spLocks noGrp="1"/>
          </p:cNvSpPr>
          <p:nvPr>
            <p:ph type="title"/>
          </p:nvPr>
        </p:nvSpPr>
        <p:spPr/>
        <p:txBody>
          <a:bodyPr/>
          <a:lstStyle/>
          <a:p>
            <a:r>
              <a:rPr lang="fr-CA"/>
              <a:t>Couleurs</a:t>
            </a:r>
          </a:p>
        </p:txBody>
      </p:sp>
      <p:sp>
        <p:nvSpPr>
          <p:cNvPr id="3" name="Espace réservé du contenu 2">
            <a:extLst>
              <a:ext uri="{FF2B5EF4-FFF2-40B4-BE49-F238E27FC236}">
                <a16:creationId xmlns:a16="http://schemas.microsoft.com/office/drawing/2014/main" id="{8BDBEF37-5E8F-4115-A750-0DBC5316F068}"/>
              </a:ext>
            </a:extLst>
          </p:cNvPr>
          <p:cNvSpPr>
            <a:spLocks noGrp="1"/>
          </p:cNvSpPr>
          <p:nvPr>
            <p:ph idx="1"/>
          </p:nvPr>
        </p:nvSpPr>
        <p:spPr/>
        <p:txBody>
          <a:bodyPr/>
          <a:lstStyle/>
          <a:p>
            <a:r>
              <a:rPr lang="fr-CA"/>
              <a:t>Règle </a:t>
            </a:r>
            <a:r>
              <a:rPr lang="fr-CA" b="1">
                <a:solidFill>
                  <a:srgbClr val="F75A3B"/>
                </a:solidFill>
              </a:rPr>
              <a:t>border</a:t>
            </a:r>
            <a:r>
              <a:rPr lang="fr-CA"/>
              <a:t> :</a:t>
            </a:r>
          </a:p>
          <a:p>
            <a:pPr lvl="1"/>
            <a:r>
              <a:rPr lang="fr-CA"/>
              <a:t>Encadre un élément / du texte avec une bordure.</a:t>
            </a:r>
          </a:p>
        </p:txBody>
      </p:sp>
      <p:pic>
        <p:nvPicPr>
          <p:cNvPr id="5" name="Image 4">
            <a:extLst>
              <a:ext uri="{FF2B5EF4-FFF2-40B4-BE49-F238E27FC236}">
                <a16:creationId xmlns:a16="http://schemas.microsoft.com/office/drawing/2014/main" id="{DED2C500-09B3-49D7-A0FA-AC99AF3EEF5F}"/>
              </a:ext>
            </a:extLst>
          </p:cNvPr>
          <p:cNvPicPr>
            <a:picLocks noChangeAspect="1"/>
          </p:cNvPicPr>
          <p:nvPr/>
        </p:nvPicPr>
        <p:blipFill>
          <a:blip r:embed="rId2"/>
          <a:stretch>
            <a:fillRect/>
          </a:stretch>
        </p:blipFill>
        <p:spPr>
          <a:xfrm>
            <a:off x="4136278" y="3076071"/>
            <a:ext cx="3802710" cy="1295512"/>
          </a:xfrm>
          <a:prstGeom prst="rect">
            <a:avLst/>
          </a:prstGeom>
          <a:ln w="38100">
            <a:solidFill>
              <a:srgbClr val="81ADB6"/>
            </a:solidFill>
          </a:ln>
        </p:spPr>
      </p:pic>
      <p:pic>
        <p:nvPicPr>
          <p:cNvPr id="7" name="Image 6">
            <a:extLst>
              <a:ext uri="{FF2B5EF4-FFF2-40B4-BE49-F238E27FC236}">
                <a16:creationId xmlns:a16="http://schemas.microsoft.com/office/drawing/2014/main" id="{0C6D7063-E4FB-42F9-A622-36AF1D4BA4FD}"/>
              </a:ext>
            </a:extLst>
          </p:cNvPr>
          <p:cNvPicPr>
            <a:picLocks noChangeAspect="1"/>
          </p:cNvPicPr>
          <p:nvPr/>
        </p:nvPicPr>
        <p:blipFill>
          <a:blip r:embed="rId3"/>
          <a:stretch>
            <a:fillRect/>
          </a:stretch>
        </p:blipFill>
        <p:spPr>
          <a:xfrm>
            <a:off x="2666703" y="4649379"/>
            <a:ext cx="6858594" cy="624894"/>
          </a:xfrm>
          <a:prstGeom prst="rect">
            <a:avLst/>
          </a:prstGeom>
          <a:ln w="38100">
            <a:solidFill>
              <a:srgbClr val="81ADB6"/>
            </a:solidFill>
          </a:ln>
        </p:spPr>
      </p:pic>
      <p:pic>
        <p:nvPicPr>
          <p:cNvPr id="9" name="Image 8">
            <a:extLst>
              <a:ext uri="{FF2B5EF4-FFF2-40B4-BE49-F238E27FC236}">
                <a16:creationId xmlns:a16="http://schemas.microsoft.com/office/drawing/2014/main" id="{B6CABA46-7D11-44ED-9A28-4AD0FBE47CB8}"/>
              </a:ext>
            </a:extLst>
          </p:cNvPr>
          <p:cNvPicPr>
            <a:picLocks noChangeAspect="1"/>
          </p:cNvPicPr>
          <p:nvPr/>
        </p:nvPicPr>
        <p:blipFill>
          <a:blip r:embed="rId4"/>
          <a:stretch>
            <a:fillRect/>
          </a:stretch>
        </p:blipFill>
        <p:spPr>
          <a:xfrm>
            <a:off x="4277261" y="5560755"/>
            <a:ext cx="3520745" cy="441998"/>
          </a:xfrm>
          <a:prstGeom prst="rect">
            <a:avLst/>
          </a:prstGeom>
          <a:ln w="38100">
            <a:solidFill>
              <a:srgbClr val="81ADB6"/>
            </a:solidFill>
          </a:ln>
        </p:spPr>
      </p:pic>
      <p:sp>
        <p:nvSpPr>
          <p:cNvPr id="10" name="Espace réservé du contenu 2">
            <a:extLst>
              <a:ext uri="{FF2B5EF4-FFF2-40B4-BE49-F238E27FC236}">
                <a16:creationId xmlns:a16="http://schemas.microsoft.com/office/drawing/2014/main" id="{75E670E7-DBF4-437A-B19D-03392BE313F5}"/>
              </a:ext>
            </a:extLst>
          </p:cNvPr>
          <p:cNvSpPr txBox="1">
            <a:spLocks/>
          </p:cNvSpPr>
          <p:nvPr/>
        </p:nvSpPr>
        <p:spPr>
          <a:xfrm>
            <a:off x="3953952" y="2409605"/>
            <a:ext cx="2466303" cy="4372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Symbol" panose="05050102010706020507" pitchFamily="18" charset="2"/>
              <a:buChar char=""/>
              <a:defRPr sz="2800" kern="1200">
                <a:solidFill>
                  <a:srgbClr val="8197B6"/>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rgbClr val="8197B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8197B6"/>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000" b="1">
                <a:solidFill>
                  <a:srgbClr val="81ADB6"/>
                </a:solidFill>
              </a:rPr>
              <a:t>Couleur</a:t>
            </a:r>
            <a:r>
              <a:rPr lang="fr-CA" sz="2000">
                <a:solidFill>
                  <a:srgbClr val="81ADB6"/>
                </a:solidFill>
              </a:rPr>
              <a:t> de la bordure</a:t>
            </a:r>
          </a:p>
        </p:txBody>
      </p:sp>
      <p:cxnSp>
        <p:nvCxnSpPr>
          <p:cNvPr id="11" name="Connecteur droit avec flèche 10">
            <a:extLst>
              <a:ext uri="{FF2B5EF4-FFF2-40B4-BE49-F238E27FC236}">
                <a16:creationId xmlns:a16="http://schemas.microsoft.com/office/drawing/2014/main" id="{4371F93C-79D6-4979-98F0-E5F544AE2B35}"/>
              </a:ext>
            </a:extLst>
          </p:cNvPr>
          <p:cNvCxnSpPr>
            <a:cxnSpLocks/>
          </p:cNvCxnSpPr>
          <p:nvPr/>
        </p:nvCxnSpPr>
        <p:spPr>
          <a:xfrm>
            <a:off x="5752288" y="2756080"/>
            <a:ext cx="285345" cy="750806"/>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
        <p:nvSpPr>
          <p:cNvPr id="16" name="Espace réservé du contenu 2">
            <a:extLst>
              <a:ext uri="{FF2B5EF4-FFF2-40B4-BE49-F238E27FC236}">
                <a16:creationId xmlns:a16="http://schemas.microsoft.com/office/drawing/2014/main" id="{DC6C209C-11AA-4CA3-91B1-13F8FFF49298}"/>
              </a:ext>
            </a:extLst>
          </p:cNvPr>
          <p:cNvSpPr txBox="1">
            <a:spLocks/>
          </p:cNvSpPr>
          <p:nvPr/>
        </p:nvSpPr>
        <p:spPr>
          <a:xfrm>
            <a:off x="6420255" y="2123123"/>
            <a:ext cx="3479430" cy="62489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Symbol" panose="05050102010706020507" pitchFamily="18" charset="2"/>
              <a:buChar char=""/>
              <a:defRPr sz="2800" kern="1200">
                <a:solidFill>
                  <a:srgbClr val="8197B6"/>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rgbClr val="8197B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8197B6"/>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000">
                <a:solidFill>
                  <a:srgbClr val="81ADB6"/>
                </a:solidFill>
              </a:rPr>
              <a:t>Type de bordure (ici elle est </a:t>
            </a:r>
            <a:r>
              <a:rPr lang="fr-CA" sz="2000" b="1">
                <a:solidFill>
                  <a:srgbClr val="81ADB6"/>
                </a:solidFill>
              </a:rPr>
              <a:t>continue</a:t>
            </a:r>
            <a:r>
              <a:rPr lang="fr-CA" sz="2000">
                <a:solidFill>
                  <a:srgbClr val="81ADB6"/>
                </a:solidFill>
              </a:rPr>
              <a:t> plutôt que </a:t>
            </a:r>
            <a:r>
              <a:rPr lang="fr-CA" sz="2000" b="1">
                <a:solidFill>
                  <a:srgbClr val="81ADB6"/>
                </a:solidFill>
              </a:rPr>
              <a:t>pointillée</a:t>
            </a:r>
            <a:r>
              <a:rPr lang="fr-CA" sz="2000">
                <a:solidFill>
                  <a:srgbClr val="81ADB6"/>
                </a:solidFill>
              </a:rPr>
              <a:t> par exemple)</a:t>
            </a:r>
          </a:p>
        </p:txBody>
      </p:sp>
      <p:cxnSp>
        <p:nvCxnSpPr>
          <p:cNvPr id="17" name="Connecteur droit avec flèche 16">
            <a:extLst>
              <a:ext uri="{FF2B5EF4-FFF2-40B4-BE49-F238E27FC236}">
                <a16:creationId xmlns:a16="http://schemas.microsoft.com/office/drawing/2014/main" id="{805D8CC8-400E-486C-A4B1-921E0D7921DF}"/>
              </a:ext>
            </a:extLst>
          </p:cNvPr>
          <p:cNvCxnSpPr>
            <a:cxnSpLocks/>
          </p:cNvCxnSpPr>
          <p:nvPr/>
        </p:nvCxnSpPr>
        <p:spPr>
          <a:xfrm flipH="1">
            <a:off x="7039582" y="2697804"/>
            <a:ext cx="677695" cy="822312"/>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
        <p:nvSpPr>
          <p:cNvPr id="19" name="Espace réservé du contenu 2">
            <a:extLst>
              <a:ext uri="{FF2B5EF4-FFF2-40B4-BE49-F238E27FC236}">
                <a16:creationId xmlns:a16="http://schemas.microsoft.com/office/drawing/2014/main" id="{3C25E1B6-EF14-43DA-97E8-3FF432816626}"/>
              </a:ext>
            </a:extLst>
          </p:cNvPr>
          <p:cNvSpPr txBox="1">
            <a:spLocks/>
          </p:cNvSpPr>
          <p:nvPr/>
        </p:nvSpPr>
        <p:spPr>
          <a:xfrm>
            <a:off x="8580270" y="2864426"/>
            <a:ext cx="2740299" cy="63131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Symbol" panose="05050102010706020507" pitchFamily="18" charset="2"/>
              <a:buChar char=""/>
              <a:defRPr sz="2800" kern="1200">
                <a:solidFill>
                  <a:srgbClr val="8197B6"/>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rgbClr val="8197B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8197B6"/>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000" b="1">
                <a:solidFill>
                  <a:srgbClr val="81ADB6"/>
                </a:solidFill>
              </a:rPr>
              <a:t>Largeur</a:t>
            </a:r>
            <a:r>
              <a:rPr lang="fr-CA" sz="2000">
                <a:solidFill>
                  <a:srgbClr val="81ADB6"/>
                </a:solidFill>
              </a:rPr>
              <a:t> de la bordure (ici, mesurée en pixels)</a:t>
            </a:r>
          </a:p>
        </p:txBody>
      </p:sp>
      <p:cxnSp>
        <p:nvCxnSpPr>
          <p:cNvPr id="20" name="Connecteur droit avec flèche 19">
            <a:extLst>
              <a:ext uri="{FF2B5EF4-FFF2-40B4-BE49-F238E27FC236}">
                <a16:creationId xmlns:a16="http://schemas.microsoft.com/office/drawing/2014/main" id="{BA6A5654-AA1D-41B7-BAE6-08B77660E9FB}"/>
              </a:ext>
            </a:extLst>
          </p:cNvPr>
          <p:cNvCxnSpPr>
            <a:cxnSpLocks/>
          </p:cNvCxnSpPr>
          <p:nvPr/>
        </p:nvCxnSpPr>
        <p:spPr>
          <a:xfrm flipH="1">
            <a:off x="7685460" y="3180083"/>
            <a:ext cx="861579" cy="435149"/>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250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5A4E46-B49F-4BBC-A94A-D96F6BDA9034}"/>
              </a:ext>
            </a:extLst>
          </p:cNvPr>
          <p:cNvSpPr>
            <a:spLocks noGrp="1"/>
          </p:cNvSpPr>
          <p:nvPr>
            <p:ph type="title"/>
          </p:nvPr>
        </p:nvSpPr>
        <p:spPr/>
        <p:txBody>
          <a:bodyPr/>
          <a:lstStyle/>
          <a:p>
            <a:r>
              <a:rPr lang="fr-CA"/>
              <a:t>Couleurs</a:t>
            </a:r>
          </a:p>
        </p:txBody>
      </p:sp>
      <p:sp>
        <p:nvSpPr>
          <p:cNvPr id="3" name="Espace réservé du contenu 2">
            <a:extLst>
              <a:ext uri="{FF2B5EF4-FFF2-40B4-BE49-F238E27FC236}">
                <a16:creationId xmlns:a16="http://schemas.microsoft.com/office/drawing/2014/main" id="{D7F9C545-DCC7-4B0E-9251-4B0D9EF53429}"/>
              </a:ext>
            </a:extLst>
          </p:cNvPr>
          <p:cNvSpPr>
            <a:spLocks noGrp="1"/>
          </p:cNvSpPr>
          <p:nvPr>
            <p:ph idx="1"/>
          </p:nvPr>
        </p:nvSpPr>
        <p:spPr/>
        <p:txBody>
          <a:bodyPr/>
          <a:lstStyle/>
          <a:p>
            <a:r>
              <a:rPr lang="fr-CA"/>
              <a:t>Comment choisir une couleur PRÉCISE ?</a:t>
            </a:r>
          </a:p>
          <a:p>
            <a:pPr lvl="1"/>
            <a:r>
              <a:rPr lang="fr-CA"/>
              <a:t>On peut utiliser un des 145 noms de couleurs que CSS connait … (</a:t>
            </a:r>
            <a:r>
              <a:rPr lang="fr-CA">
                <a:solidFill>
                  <a:srgbClr val="394CFF"/>
                </a:solidFill>
              </a:rPr>
              <a:t>blue</a:t>
            </a:r>
            <a:r>
              <a:rPr lang="fr-CA"/>
              <a:t>, </a:t>
            </a:r>
            <a:r>
              <a:rPr lang="fr-CA">
                <a:solidFill>
                  <a:srgbClr val="FF0000"/>
                </a:solidFill>
              </a:rPr>
              <a:t>red</a:t>
            </a:r>
            <a:r>
              <a:rPr lang="fr-CA"/>
              <a:t>, </a:t>
            </a:r>
            <a:r>
              <a:rPr lang="fr-CA">
                <a:solidFill>
                  <a:srgbClr val="FFFF00"/>
                </a:solidFill>
                <a:highlight>
                  <a:srgbClr val="C0C0C0"/>
                </a:highlight>
              </a:rPr>
              <a:t>yellow</a:t>
            </a:r>
            <a:r>
              <a:rPr lang="fr-CA"/>
              <a:t>, </a:t>
            </a:r>
            <a:r>
              <a:rPr lang="fr-CA">
                <a:solidFill>
                  <a:srgbClr val="00B050"/>
                </a:solidFill>
              </a:rPr>
              <a:t>green</a:t>
            </a:r>
            <a:r>
              <a:rPr lang="fr-CA"/>
              <a:t>, </a:t>
            </a:r>
            <a:r>
              <a:rPr lang="fr-CA">
                <a:solidFill>
                  <a:srgbClr val="7030A0"/>
                </a:solidFill>
              </a:rPr>
              <a:t>rebeccapurple</a:t>
            </a:r>
            <a:r>
              <a:rPr lang="fr-CA"/>
              <a:t>, </a:t>
            </a:r>
            <a:r>
              <a:rPr lang="fr-CA">
                <a:solidFill>
                  <a:schemeClr val="accent2">
                    <a:lumMod val="50000"/>
                  </a:schemeClr>
                </a:solidFill>
              </a:rPr>
              <a:t>saddlebrown</a:t>
            </a:r>
            <a:r>
              <a:rPr lang="fr-CA"/>
              <a:t>, </a:t>
            </a:r>
            <a:r>
              <a:rPr lang="fr-CA">
                <a:solidFill>
                  <a:schemeClr val="accent4">
                    <a:lumMod val="75000"/>
                  </a:schemeClr>
                </a:solidFill>
              </a:rPr>
              <a:t>peru</a:t>
            </a:r>
            <a:r>
              <a:rPr lang="fr-CA"/>
              <a:t>, etc.)</a:t>
            </a:r>
          </a:p>
          <a:p>
            <a:pPr lvl="1"/>
            <a:r>
              <a:rPr lang="fr-CA"/>
              <a:t>Ou utiliser le </a:t>
            </a:r>
            <a:r>
              <a:rPr lang="fr-CA" b="1"/>
              <a:t>code hexadécimal </a:t>
            </a:r>
            <a:r>
              <a:rPr lang="fr-CA"/>
              <a:t>d’une couleur précise :</a:t>
            </a:r>
          </a:p>
        </p:txBody>
      </p:sp>
      <p:pic>
        <p:nvPicPr>
          <p:cNvPr id="5" name="Image 4">
            <a:extLst>
              <a:ext uri="{FF2B5EF4-FFF2-40B4-BE49-F238E27FC236}">
                <a16:creationId xmlns:a16="http://schemas.microsoft.com/office/drawing/2014/main" id="{390020B0-7391-4D9B-94A4-1406A3D33F9B}"/>
              </a:ext>
            </a:extLst>
          </p:cNvPr>
          <p:cNvPicPr>
            <a:picLocks noChangeAspect="1"/>
          </p:cNvPicPr>
          <p:nvPr/>
        </p:nvPicPr>
        <p:blipFill>
          <a:blip r:embed="rId2"/>
          <a:stretch>
            <a:fillRect/>
          </a:stretch>
        </p:blipFill>
        <p:spPr>
          <a:xfrm>
            <a:off x="838200" y="2884238"/>
            <a:ext cx="4560030" cy="2944305"/>
          </a:xfrm>
          <a:prstGeom prst="rect">
            <a:avLst/>
          </a:prstGeom>
          <a:ln w="38100">
            <a:solidFill>
              <a:srgbClr val="81ADB6"/>
            </a:solidFill>
          </a:ln>
        </p:spPr>
      </p:pic>
      <p:cxnSp>
        <p:nvCxnSpPr>
          <p:cNvPr id="6" name="Connecteur droit avec flèche 5">
            <a:extLst>
              <a:ext uri="{FF2B5EF4-FFF2-40B4-BE49-F238E27FC236}">
                <a16:creationId xmlns:a16="http://schemas.microsoft.com/office/drawing/2014/main" id="{D92545E5-B35F-4A9B-868B-3F8D763EFD2C}"/>
              </a:ext>
            </a:extLst>
          </p:cNvPr>
          <p:cNvCxnSpPr>
            <a:cxnSpLocks/>
          </p:cNvCxnSpPr>
          <p:nvPr/>
        </p:nvCxnSpPr>
        <p:spPr>
          <a:xfrm flipH="1">
            <a:off x="5214025" y="4179806"/>
            <a:ext cx="667966" cy="0"/>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AA24D4A2-7F00-4DEF-B3E6-9F2EE86FBF80}"/>
              </a:ext>
            </a:extLst>
          </p:cNvPr>
          <p:cNvCxnSpPr>
            <a:cxnSpLocks/>
          </p:cNvCxnSpPr>
          <p:nvPr/>
        </p:nvCxnSpPr>
        <p:spPr>
          <a:xfrm flipH="1">
            <a:off x="2450249" y="2607013"/>
            <a:ext cx="1220321" cy="376291"/>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pic>
        <p:nvPicPr>
          <p:cNvPr id="11" name="Image 10">
            <a:extLst>
              <a:ext uri="{FF2B5EF4-FFF2-40B4-BE49-F238E27FC236}">
                <a16:creationId xmlns:a16="http://schemas.microsoft.com/office/drawing/2014/main" id="{670EE3F6-303A-4B0A-99A2-1A7B9A55E66A}"/>
              </a:ext>
            </a:extLst>
          </p:cNvPr>
          <p:cNvPicPr>
            <a:picLocks noChangeAspect="1"/>
          </p:cNvPicPr>
          <p:nvPr/>
        </p:nvPicPr>
        <p:blipFill>
          <a:blip r:embed="rId3"/>
          <a:stretch>
            <a:fillRect/>
          </a:stretch>
        </p:blipFill>
        <p:spPr>
          <a:xfrm>
            <a:off x="6860664" y="3047967"/>
            <a:ext cx="2408129" cy="762066"/>
          </a:xfrm>
          <a:prstGeom prst="rect">
            <a:avLst/>
          </a:prstGeom>
          <a:ln w="38100">
            <a:solidFill>
              <a:srgbClr val="81ADB6"/>
            </a:solidFill>
          </a:ln>
        </p:spPr>
      </p:pic>
      <p:sp>
        <p:nvSpPr>
          <p:cNvPr id="12" name="Espace réservé du contenu 2">
            <a:extLst>
              <a:ext uri="{FF2B5EF4-FFF2-40B4-BE49-F238E27FC236}">
                <a16:creationId xmlns:a16="http://schemas.microsoft.com/office/drawing/2014/main" id="{48B05323-5645-483A-BA7A-DDABACC886F8}"/>
              </a:ext>
            </a:extLst>
          </p:cNvPr>
          <p:cNvSpPr txBox="1">
            <a:spLocks/>
          </p:cNvSpPr>
          <p:nvPr/>
        </p:nvSpPr>
        <p:spPr>
          <a:xfrm>
            <a:off x="6647709" y="4505158"/>
            <a:ext cx="4610436" cy="10655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Symbol" panose="05050102010706020507" pitchFamily="18" charset="2"/>
              <a:buChar char=""/>
              <a:defRPr sz="2800" kern="1200">
                <a:solidFill>
                  <a:srgbClr val="8197B6"/>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rgbClr val="8197B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8197B6"/>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000" b="1">
                <a:solidFill>
                  <a:srgbClr val="81ADB6"/>
                </a:solidFill>
              </a:rPr>
              <a:t>Pipette à couleurs en ligne :</a:t>
            </a:r>
          </a:p>
          <a:p>
            <a:pPr marL="0" indent="0">
              <a:buNone/>
            </a:pPr>
            <a:r>
              <a:rPr lang="fr-CA" sz="2000">
                <a:solidFill>
                  <a:srgbClr val="81ADB6"/>
                </a:solidFill>
                <a:hlinkClick r:id="rId4"/>
              </a:rPr>
              <a:t>https://htmlcolorcodes.com/color-picker/</a:t>
            </a:r>
            <a:endParaRPr lang="fr-CA" sz="2000">
              <a:solidFill>
                <a:srgbClr val="81ADB6"/>
              </a:solidFill>
            </a:endParaRPr>
          </a:p>
        </p:txBody>
      </p:sp>
      <p:pic>
        <p:nvPicPr>
          <p:cNvPr id="14" name="Image 13">
            <a:extLst>
              <a:ext uri="{FF2B5EF4-FFF2-40B4-BE49-F238E27FC236}">
                <a16:creationId xmlns:a16="http://schemas.microsoft.com/office/drawing/2014/main" id="{CF5897A3-E1A0-4933-9E9D-EA8FC18C6EF6}"/>
              </a:ext>
            </a:extLst>
          </p:cNvPr>
          <p:cNvPicPr>
            <a:picLocks noChangeAspect="1"/>
          </p:cNvPicPr>
          <p:nvPr/>
        </p:nvPicPr>
        <p:blipFill>
          <a:blip r:embed="rId5"/>
          <a:stretch>
            <a:fillRect/>
          </a:stretch>
        </p:blipFill>
        <p:spPr>
          <a:xfrm>
            <a:off x="10062986" y="3257420"/>
            <a:ext cx="1104996" cy="335309"/>
          </a:xfrm>
          <a:prstGeom prst="rect">
            <a:avLst/>
          </a:prstGeom>
          <a:ln w="38100">
            <a:solidFill>
              <a:srgbClr val="81ADB6"/>
            </a:solidFill>
          </a:ln>
        </p:spPr>
      </p:pic>
      <p:cxnSp>
        <p:nvCxnSpPr>
          <p:cNvPr id="15" name="Connecteur droit avec flèche 14">
            <a:extLst>
              <a:ext uri="{FF2B5EF4-FFF2-40B4-BE49-F238E27FC236}">
                <a16:creationId xmlns:a16="http://schemas.microsoft.com/office/drawing/2014/main" id="{C0A946D3-953D-4C11-8113-4A2764C1BCD2}"/>
              </a:ext>
            </a:extLst>
          </p:cNvPr>
          <p:cNvCxnSpPr>
            <a:cxnSpLocks/>
          </p:cNvCxnSpPr>
          <p:nvPr/>
        </p:nvCxnSpPr>
        <p:spPr>
          <a:xfrm>
            <a:off x="9465013" y="3404583"/>
            <a:ext cx="418288" cy="0"/>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9457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D4F5BC-63D6-4976-89B4-517938C7FADC}"/>
              </a:ext>
            </a:extLst>
          </p:cNvPr>
          <p:cNvSpPr>
            <a:spLocks noGrp="1"/>
          </p:cNvSpPr>
          <p:nvPr>
            <p:ph type="title"/>
          </p:nvPr>
        </p:nvSpPr>
        <p:spPr/>
        <p:txBody>
          <a:bodyPr/>
          <a:lstStyle/>
          <a:p>
            <a:r>
              <a:rPr lang="fr-CA"/>
              <a:t>Styles de texte</a:t>
            </a:r>
          </a:p>
        </p:txBody>
      </p:sp>
      <p:sp>
        <p:nvSpPr>
          <p:cNvPr id="3" name="Espace réservé du contenu 2">
            <a:extLst>
              <a:ext uri="{FF2B5EF4-FFF2-40B4-BE49-F238E27FC236}">
                <a16:creationId xmlns:a16="http://schemas.microsoft.com/office/drawing/2014/main" id="{25651CF0-D77B-4A72-9DD3-1F0F20E57CF5}"/>
              </a:ext>
            </a:extLst>
          </p:cNvPr>
          <p:cNvSpPr>
            <a:spLocks noGrp="1"/>
          </p:cNvSpPr>
          <p:nvPr>
            <p:ph idx="1"/>
          </p:nvPr>
        </p:nvSpPr>
        <p:spPr/>
        <p:txBody>
          <a:bodyPr/>
          <a:lstStyle/>
          <a:p>
            <a:r>
              <a:rPr lang="fr-CA"/>
              <a:t>Règle </a:t>
            </a:r>
            <a:r>
              <a:rPr lang="fr-CA" b="1">
                <a:solidFill>
                  <a:srgbClr val="F75A3B"/>
                </a:solidFill>
              </a:rPr>
              <a:t>text-align</a:t>
            </a:r>
            <a:r>
              <a:rPr lang="fr-CA"/>
              <a:t> :</a:t>
            </a:r>
          </a:p>
          <a:p>
            <a:pPr lvl="1"/>
            <a:r>
              <a:rPr lang="fr-CA"/>
              <a:t>Change l’alignement horizontal d’un texte. (Options : left, center, right, justify)</a:t>
            </a:r>
          </a:p>
          <a:p>
            <a:pPr lvl="1"/>
            <a:endParaRPr lang="fr-CA"/>
          </a:p>
          <a:p>
            <a:pPr lvl="1"/>
            <a:endParaRPr lang="fr-CA"/>
          </a:p>
          <a:p>
            <a:pPr lvl="1"/>
            <a:endParaRPr lang="fr-CA"/>
          </a:p>
          <a:p>
            <a:pPr lvl="1"/>
            <a:endParaRPr lang="fr-CA"/>
          </a:p>
          <a:p>
            <a:pPr marL="0" indent="0">
              <a:buNone/>
            </a:pPr>
            <a:endParaRPr lang="fr-CA"/>
          </a:p>
          <a:p>
            <a:pPr lvl="1"/>
            <a:endParaRPr lang="fr-CA"/>
          </a:p>
        </p:txBody>
      </p:sp>
      <p:pic>
        <p:nvPicPr>
          <p:cNvPr id="5" name="Image 4">
            <a:extLst>
              <a:ext uri="{FF2B5EF4-FFF2-40B4-BE49-F238E27FC236}">
                <a16:creationId xmlns:a16="http://schemas.microsoft.com/office/drawing/2014/main" id="{39F50945-31E3-443A-A668-AB7B0C6DAE7F}"/>
              </a:ext>
            </a:extLst>
          </p:cNvPr>
          <p:cNvPicPr>
            <a:picLocks noChangeAspect="1"/>
          </p:cNvPicPr>
          <p:nvPr/>
        </p:nvPicPr>
        <p:blipFill>
          <a:blip r:embed="rId2"/>
          <a:stretch>
            <a:fillRect/>
          </a:stretch>
        </p:blipFill>
        <p:spPr>
          <a:xfrm>
            <a:off x="2464341" y="2311210"/>
            <a:ext cx="7056732" cy="929721"/>
          </a:xfrm>
          <a:prstGeom prst="rect">
            <a:avLst/>
          </a:prstGeom>
          <a:ln w="38100">
            <a:solidFill>
              <a:srgbClr val="81ADB6"/>
            </a:solidFill>
          </a:ln>
        </p:spPr>
      </p:pic>
      <p:pic>
        <p:nvPicPr>
          <p:cNvPr id="7" name="Image 6">
            <a:extLst>
              <a:ext uri="{FF2B5EF4-FFF2-40B4-BE49-F238E27FC236}">
                <a16:creationId xmlns:a16="http://schemas.microsoft.com/office/drawing/2014/main" id="{79E84692-27E6-4229-B7D2-B8EE47CB7816}"/>
              </a:ext>
            </a:extLst>
          </p:cNvPr>
          <p:cNvPicPr>
            <a:picLocks noChangeAspect="1"/>
          </p:cNvPicPr>
          <p:nvPr/>
        </p:nvPicPr>
        <p:blipFill>
          <a:blip r:embed="rId3"/>
          <a:stretch>
            <a:fillRect/>
          </a:stretch>
        </p:blipFill>
        <p:spPr>
          <a:xfrm>
            <a:off x="3843681" y="3428999"/>
            <a:ext cx="4298052" cy="2621507"/>
          </a:xfrm>
          <a:prstGeom prst="rect">
            <a:avLst/>
          </a:prstGeom>
          <a:ln w="38100">
            <a:solidFill>
              <a:srgbClr val="81ADB6"/>
            </a:solidFill>
          </a:ln>
        </p:spPr>
      </p:pic>
    </p:spTree>
    <p:extLst>
      <p:ext uri="{BB962C8B-B14F-4D97-AF65-F5344CB8AC3E}">
        <p14:creationId xmlns:p14="http://schemas.microsoft.com/office/powerpoint/2010/main" val="572597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D4F5BC-63D6-4976-89B4-517938C7FADC}"/>
              </a:ext>
            </a:extLst>
          </p:cNvPr>
          <p:cNvSpPr>
            <a:spLocks noGrp="1"/>
          </p:cNvSpPr>
          <p:nvPr>
            <p:ph type="title"/>
          </p:nvPr>
        </p:nvSpPr>
        <p:spPr/>
        <p:txBody>
          <a:bodyPr/>
          <a:lstStyle/>
          <a:p>
            <a:r>
              <a:rPr lang="fr-CA"/>
              <a:t>Styles de texte</a:t>
            </a:r>
          </a:p>
        </p:txBody>
      </p:sp>
      <p:sp>
        <p:nvSpPr>
          <p:cNvPr id="3" name="Espace réservé du contenu 2">
            <a:extLst>
              <a:ext uri="{FF2B5EF4-FFF2-40B4-BE49-F238E27FC236}">
                <a16:creationId xmlns:a16="http://schemas.microsoft.com/office/drawing/2014/main" id="{25651CF0-D77B-4A72-9DD3-1F0F20E57CF5}"/>
              </a:ext>
            </a:extLst>
          </p:cNvPr>
          <p:cNvSpPr>
            <a:spLocks noGrp="1"/>
          </p:cNvSpPr>
          <p:nvPr>
            <p:ph idx="1"/>
          </p:nvPr>
        </p:nvSpPr>
        <p:spPr/>
        <p:txBody>
          <a:bodyPr/>
          <a:lstStyle/>
          <a:p>
            <a:r>
              <a:rPr lang="fr-CA"/>
              <a:t>Règle </a:t>
            </a:r>
            <a:r>
              <a:rPr lang="fr-CA" b="1">
                <a:solidFill>
                  <a:srgbClr val="F75A3B"/>
                </a:solidFill>
              </a:rPr>
              <a:t>text-decoration</a:t>
            </a:r>
            <a:r>
              <a:rPr lang="fr-CA"/>
              <a:t> :</a:t>
            </a:r>
          </a:p>
          <a:p>
            <a:pPr lvl="1"/>
            <a:r>
              <a:rPr lang="fr-CA"/>
              <a:t>Permet de mettre un trait sur / à travers / sous le texte. (Options : underline, overline, line-through, none)</a:t>
            </a:r>
          </a:p>
        </p:txBody>
      </p:sp>
      <p:pic>
        <p:nvPicPr>
          <p:cNvPr id="5" name="Image 4">
            <a:extLst>
              <a:ext uri="{FF2B5EF4-FFF2-40B4-BE49-F238E27FC236}">
                <a16:creationId xmlns:a16="http://schemas.microsoft.com/office/drawing/2014/main" id="{1C630382-2BC9-4D2F-8D0B-7B6FC49D3C28}"/>
              </a:ext>
            </a:extLst>
          </p:cNvPr>
          <p:cNvPicPr>
            <a:picLocks noChangeAspect="1"/>
          </p:cNvPicPr>
          <p:nvPr/>
        </p:nvPicPr>
        <p:blipFill>
          <a:blip r:embed="rId2"/>
          <a:stretch>
            <a:fillRect/>
          </a:stretch>
        </p:blipFill>
        <p:spPr>
          <a:xfrm>
            <a:off x="2575255" y="2506900"/>
            <a:ext cx="7041490" cy="922100"/>
          </a:xfrm>
          <a:prstGeom prst="rect">
            <a:avLst/>
          </a:prstGeom>
          <a:ln w="38100">
            <a:solidFill>
              <a:srgbClr val="81ADB6"/>
            </a:solidFill>
          </a:ln>
        </p:spPr>
      </p:pic>
      <p:pic>
        <p:nvPicPr>
          <p:cNvPr id="7" name="Image 6">
            <a:extLst>
              <a:ext uri="{FF2B5EF4-FFF2-40B4-BE49-F238E27FC236}">
                <a16:creationId xmlns:a16="http://schemas.microsoft.com/office/drawing/2014/main" id="{00449F2D-1E1B-478D-A653-8187C6920988}"/>
              </a:ext>
            </a:extLst>
          </p:cNvPr>
          <p:cNvPicPr>
            <a:picLocks noChangeAspect="1"/>
          </p:cNvPicPr>
          <p:nvPr/>
        </p:nvPicPr>
        <p:blipFill>
          <a:blip r:embed="rId3"/>
          <a:stretch>
            <a:fillRect/>
          </a:stretch>
        </p:blipFill>
        <p:spPr>
          <a:xfrm>
            <a:off x="5076543" y="3859563"/>
            <a:ext cx="2038914" cy="1328523"/>
          </a:xfrm>
          <a:prstGeom prst="rect">
            <a:avLst/>
          </a:prstGeom>
          <a:ln w="38100">
            <a:solidFill>
              <a:srgbClr val="81ADB6"/>
            </a:solidFill>
          </a:ln>
        </p:spPr>
      </p:pic>
    </p:spTree>
    <p:extLst>
      <p:ext uri="{BB962C8B-B14F-4D97-AF65-F5344CB8AC3E}">
        <p14:creationId xmlns:p14="http://schemas.microsoft.com/office/powerpoint/2010/main" val="32272630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D4F5BC-63D6-4976-89B4-517938C7FADC}"/>
              </a:ext>
            </a:extLst>
          </p:cNvPr>
          <p:cNvSpPr>
            <a:spLocks noGrp="1"/>
          </p:cNvSpPr>
          <p:nvPr>
            <p:ph type="title"/>
          </p:nvPr>
        </p:nvSpPr>
        <p:spPr/>
        <p:txBody>
          <a:bodyPr/>
          <a:lstStyle/>
          <a:p>
            <a:r>
              <a:rPr lang="fr-CA"/>
              <a:t>Styles de texte</a:t>
            </a:r>
          </a:p>
        </p:txBody>
      </p:sp>
      <p:sp>
        <p:nvSpPr>
          <p:cNvPr id="3" name="Espace réservé du contenu 2">
            <a:extLst>
              <a:ext uri="{FF2B5EF4-FFF2-40B4-BE49-F238E27FC236}">
                <a16:creationId xmlns:a16="http://schemas.microsoft.com/office/drawing/2014/main" id="{25651CF0-D77B-4A72-9DD3-1F0F20E57CF5}"/>
              </a:ext>
            </a:extLst>
          </p:cNvPr>
          <p:cNvSpPr>
            <a:spLocks noGrp="1"/>
          </p:cNvSpPr>
          <p:nvPr>
            <p:ph idx="1"/>
          </p:nvPr>
        </p:nvSpPr>
        <p:spPr/>
        <p:txBody>
          <a:bodyPr/>
          <a:lstStyle/>
          <a:p>
            <a:r>
              <a:rPr lang="fr-CA"/>
              <a:t>Règle </a:t>
            </a:r>
            <a:r>
              <a:rPr lang="fr-CA" b="1">
                <a:solidFill>
                  <a:srgbClr val="F75A3B"/>
                </a:solidFill>
              </a:rPr>
              <a:t>text-transform</a:t>
            </a:r>
            <a:r>
              <a:rPr lang="fr-CA"/>
              <a:t> :</a:t>
            </a:r>
          </a:p>
          <a:p>
            <a:pPr lvl="1"/>
            <a:r>
              <a:rPr lang="fr-CA"/>
              <a:t>Détermine si le texte est en majuscules / minuscules. (Options : lowercase, uppercase, capitalize)</a:t>
            </a:r>
          </a:p>
          <a:p>
            <a:pPr lvl="1"/>
            <a:endParaRPr lang="fr-CA"/>
          </a:p>
          <a:p>
            <a:pPr lvl="1"/>
            <a:endParaRPr lang="fr-CA"/>
          </a:p>
        </p:txBody>
      </p:sp>
      <p:pic>
        <p:nvPicPr>
          <p:cNvPr id="5" name="Image 4">
            <a:extLst>
              <a:ext uri="{FF2B5EF4-FFF2-40B4-BE49-F238E27FC236}">
                <a16:creationId xmlns:a16="http://schemas.microsoft.com/office/drawing/2014/main" id="{7514B197-888F-4660-B092-AB33258A8745}"/>
              </a:ext>
            </a:extLst>
          </p:cNvPr>
          <p:cNvPicPr>
            <a:picLocks noChangeAspect="1"/>
          </p:cNvPicPr>
          <p:nvPr/>
        </p:nvPicPr>
        <p:blipFill>
          <a:blip r:embed="rId2"/>
          <a:stretch>
            <a:fillRect/>
          </a:stretch>
        </p:blipFill>
        <p:spPr>
          <a:xfrm>
            <a:off x="1268311" y="2476417"/>
            <a:ext cx="9655377" cy="952583"/>
          </a:xfrm>
          <a:prstGeom prst="rect">
            <a:avLst/>
          </a:prstGeom>
          <a:ln w="38100">
            <a:solidFill>
              <a:srgbClr val="81ADB6"/>
            </a:solidFill>
          </a:ln>
        </p:spPr>
      </p:pic>
      <p:pic>
        <p:nvPicPr>
          <p:cNvPr id="7" name="Image 6">
            <a:extLst>
              <a:ext uri="{FF2B5EF4-FFF2-40B4-BE49-F238E27FC236}">
                <a16:creationId xmlns:a16="http://schemas.microsoft.com/office/drawing/2014/main" id="{64C81319-A492-479C-A7D0-F58DB466AA92}"/>
              </a:ext>
            </a:extLst>
          </p:cNvPr>
          <p:cNvPicPr>
            <a:picLocks noChangeAspect="1"/>
          </p:cNvPicPr>
          <p:nvPr/>
        </p:nvPicPr>
        <p:blipFill>
          <a:blip r:embed="rId3"/>
          <a:stretch>
            <a:fillRect/>
          </a:stretch>
        </p:blipFill>
        <p:spPr>
          <a:xfrm>
            <a:off x="4088062" y="3855926"/>
            <a:ext cx="4015875" cy="1293248"/>
          </a:xfrm>
          <a:prstGeom prst="rect">
            <a:avLst/>
          </a:prstGeom>
          <a:ln w="38100">
            <a:solidFill>
              <a:srgbClr val="81ADB6"/>
            </a:solidFill>
          </a:ln>
        </p:spPr>
      </p:pic>
    </p:spTree>
    <p:extLst>
      <p:ext uri="{BB962C8B-B14F-4D97-AF65-F5344CB8AC3E}">
        <p14:creationId xmlns:p14="http://schemas.microsoft.com/office/powerpoint/2010/main" val="2281340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137CB7-42E8-4F49-BE85-FE21B52EE0EE}"/>
              </a:ext>
            </a:extLst>
          </p:cNvPr>
          <p:cNvSpPr>
            <a:spLocks noGrp="1"/>
          </p:cNvSpPr>
          <p:nvPr>
            <p:ph type="title"/>
          </p:nvPr>
        </p:nvSpPr>
        <p:spPr/>
        <p:txBody>
          <a:bodyPr/>
          <a:lstStyle/>
          <a:p>
            <a:r>
              <a:rPr lang="fr-CA"/>
              <a:t>Styles de police</a:t>
            </a:r>
          </a:p>
        </p:txBody>
      </p:sp>
      <p:sp>
        <p:nvSpPr>
          <p:cNvPr id="3" name="Espace réservé du contenu 2">
            <a:extLst>
              <a:ext uri="{FF2B5EF4-FFF2-40B4-BE49-F238E27FC236}">
                <a16:creationId xmlns:a16="http://schemas.microsoft.com/office/drawing/2014/main" id="{3472EA68-438F-4429-A8FD-E342989D20D3}"/>
              </a:ext>
            </a:extLst>
          </p:cNvPr>
          <p:cNvSpPr>
            <a:spLocks noGrp="1"/>
          </p:cNvSpPr>
          <p:nvPr>
            <p:ph idx="1"/>
          </p:nvPr>
        </p:nvSpPr>
        <p:spPr/>
        <p:txBody>
          <a:bodyPr/>
          <a:lstStyle/>
          <a:p>
            <a:r>
              <a:rPr lang="fr-CA"/>
              <a:t>Règle </a:t>
            </a:r>
            <a:r>
              <a:rPr lang="fr-CA" b="1">
                <a:solidFill>
                  <a:srgbClr val="F75A3B"/>
                </a:solidFill>
              </a:rPr>
              <a:t>font-family</a:t>
            </a:r>
            <a:r>
              <a:rPr lang="fr-CA"/>
              <a:t> :</a:t>
            </a:r>
          </a:p>
          <a:p>
            <a:pPr lvl="1"/>
            <a:r>
              <a:rPr lang="fr-CA"/>
              <a:t>Détermine la famille de police du texte (Les options sont TRÈS nombreuses : Times New Roman, Verdana, Calibri, Courrier New, etc.)</a:t>
            </a:r>
          </a:p>
        </p:txBody>
      </p:sp>
      <p:pic>
        <p:nvPicPr>
          <p:cNvPr id="5" name="Image 4">
            <a:extLst>
              <a:ext uri="{FF2B5EF4-FFF2-40B4-BE49-F238E27FC236}">
                <a16:creationId xmlns:a16="http://schemas.microsoft.com/office/drawing/2014/main" id="{E0CAFBA7-9490-4F76-BCB0-DBD5E61C4846}"/>
              </a:ext>
            </a:extLst>
          </p:cNvPr>
          <p:cNvPicPr>
            <a:picLocks noChangeAspect="1"/>
          </p:cNvPicPr>
          <p:nvPr/>
        </p:nvPicPr>
        <p:blipFill>
          <a:blip r:embed="rId2"/>
          <a:stretch>
            <a:fillRect/>
          </a:stretch>
        </p:blipFill>
        <p:spPr>
          <a:xfrm>
            <a:off x="1214496" y="2688729"/>
            <a:ext cx="5677392" cy="609653"/>
          </a:xfrm>
          <a:prstGeom prst="rect">
            <a:avLst/>
          </a:prstGeom>
          <a:ln w="38100">
            <a:solidFill>
              <a:srgbClr val="81ADB6"/>
            </a:solidFill>
          </a:ln>
        </p:spPr>
      </p:pic>
      <p:pic>
        <p:nvPicPr>
          <p:cNvPr id="7" name="Image 6">
            <a:extLst>
              <a:ext uri="{FF2B5EF4-FFF2-40B4-BE49-F238E27FC236}">
                <a16:creationId xmlns:a16="http://schemas.microsoft.com/office/drawing/2014/main" id="{802F2B13-A674-4453-AAFD-31F988E49742}"/>
              </a:ext>
            </a:extLst>
          </p:cNvPr>
          <p:cNvPicPr>
            <a:picLocks noChangeAspect="1"/>
          </p:cNvPicPr>
          <p:nvPr/>
        </p:nvPicPr>
        <p:blipFill>
          <a:blip r:embed="rId3"/>
          <a:stretch>
            <a:fillRect/>
          </a:stretch>
        </p:blipFill>
        <p:spPr>
          <a:xfrm>
            <a:off x="2538649" y="4984257"/>
            <a:ext cx="2484335" cy="388654"/>
          </a:xfrm>
          <a:prstGeom prst="rect">
            <a:avLst/>
          </a:prstGeom>
          <a:ln w="38100">
            <a:solidFill>
              <a:srgbClr val="81ADB6"/>
            </a:solidFill>
          </a:ln>
        </p:spPr>
      </p:pic>
      <p:sp>
        <p:nvSpPr>
          <p:cNvPr id="8" name="Espace réservé du contenu 2">
            <a:extLst>
              <a:ext uri="{FF2B5EF4-FFF2-40B4-BE49-F238E27FC236}">
                <a16:creationId xmlns:a16="http://schemas.microsoft.com/office/drawing/2014/main" id="{2B93B183-21B1-4949-904F-D4E7486FE351}"/>
              </a:ext>
            </a:extLst>
          </p:cNvPr>
          <p:cNvSpPr txBox="1">
            <a:spLocks/>
          </p:cNvSpPr>
          <p:nvPr/>
        </p:nvSpPr>
        <p:spPr>
          <a:xfrm>
            <a:off x="7088220" y="2362917"/>
            <a:ext cx="5006503" cy="12612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Symbol" panose="05050102010706020507" pitchFamily="18" charset="2"/>
              <a:buChar char=""/>
              <a:defRPr sz="2800" kern="1200">
                <a:solidFill>
                  <a:srgbClr val="8197B6"/>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rgbClr val="8197B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8197B6"/>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000">
                <a:solidFill>
                  <a:srgbClr val="81ADB6"/>
                </a:solidFill>
              </a:rPr>
              <a:t>On peut préciser </a:t>
            </a:r>
            <a:r>
              <a:rPr lang="fr-CA" sz="2000" b="1">
                <a:solidFill>
                  <a:srgbClr val="81ADB6"/>
                </a:solidFill>
              </a:rPr>
              <a:t>plusieurs </a:t>
            </a:r>
            <a:r>
              <a:rPr lang="fr-CA" sz="2000">
                <a:solidFill>
                  <a:srgbClr val="81ADB6"/>
                </a:solidFill>
              </a:rPr>
              <a:t>polices en les séparant par des </a:t>
            </a:r>
            <a:r>
              <a:rPr lang="fr-CA" sz="2000" b="1">
                <a:solidFill>
                  <a:srgbClr val="81ADB6"/>
                </a:solidFill>
              </a:rPr>
              <a:t>virgules</a:t>
            </a:r>
            <a:r>
              <a:rPr lang="fr-CA" sz="2000">
                <a:solidFill>
                  <a:srgbClr val="81ADB6"/>
                </a:solidFill>
              </a:rPr>
              <a:t>. Si jamais la première police n’est pas disponible dans le navigateur, la suivante sera utilisée.</a:t>
            </a:r>
          </a:p>
        </p:txBody>
      </p:sp>
      <p:cxnSp>
        <p:nvCxnSpPr>
          <p:cNvPr id="9" name="Connecteur droit avec flèche 8">
            <a:extLst>
              <a:ext uri="{FF2B5EF4-FFF2-40B4-BE49-F238E27FC236}">
                <a16:creationId xmlns:a16="http://schemas.microsoft.com/office/drawing/2014/main" id="{C012535F-BA45-4F29-A048-153287B3D473}"/>
              </a:ext>
            </a:extLst>
          </p:cNvPr>
          <p:cNvCxnSpPr>
            <a:cxnSpLocks/>
          </p:cNvCxnSpPr>
          <p:nvPr/>
        </p:nvCxnSpPr>
        <p:spPr>
          <a:xfrm flipH="1" flipV="1">
            <a:off x="5849568" y="2993555"/>
            <a:ext cx="1147862" cy="957428"/>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
        <p:nvSpPr>
          <p:cNvPr id="10" name="Espace réservé du contenu 2">
            <a:extLst>
              <a:ext uri="{FF2B5EF4-FFF2-40B4-BE49-F238E27FC236}">
                <a16:creationId xmlns:a16="http://schemas.microsoft.com/office/drawing/2014/main" id="{455D012B-2AA9-42CC-B644-B4E643089798}"/>
              </a:ext>
            </a:extLst>
          </p:cNvPr>
          <p:cNvSpPr txBox="1">
            <a:spLocks/>
          </p:cNvSpPr>
          <p:nvPr/>
        </p:nvSpPr>
        <p:spPr>
          <a:xfrm>
            <a:off x="7088220" y="3724373"/>
            <a:ext cx="5006503" cy="12612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Symbol" panose="05050102010706020507" pitchFamily="18" charset="2"/>
              <a:buChar char=""/>
              <a:defRPr sz="2800" kern="1200">
                <a:solidFill>
                  <a:srgbClr val="8197B6"/>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rgbClr val="8197B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8197B6"/>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000">
                <a:solidFill>
                  <a:srgbClr val="81ADB6"/>
                </a:solidFill>
              </a:rPr>
              <a:t>Une police qui doit être écrite en plusieurs mots doit être encadrée avec des </a:t>
            </a:r>
            <a:r>
              <a:rPr lang="fr-CA" sz="2000" b="1">
                <a:solidFill>
                  <a:srgbClr val="81ADB6"/>
                </a:solidFill>
              </a:rPr>
              <a:t>apostrophes</a:t>
            </a:r>
            <a:r>
              <a:rPr lang="fr-CA" sz="2000">
                <a:solidFill>
                  <a:srgbClr val="81ADB6"/>
                </a:solidFill>
              </a:rPr>
              <a:t>.</a:t>
            </a:r>
          </a:p>
        </p:txBody>
      </p:sp>
      <p:sp>
        <p:nvSpPr>
          <p:cNvPr id="14" name="Espace réservé du contenu 2">
            <a:extLst>
              <a:ext uri="{FF2B5EF4-FFF2-40B4-BE49-F238E27FC236}">
                <a16:creationId xmlns:a16="http://schemas.microsoft.com/office/drawing/2014/main" id="{D2F7D8A8-F3F6-4BF2-9AC5-553F8171D31E}"/>
              </a:ext>
            </a:extLst>
          </p:cNvPr>
          <p:cNvSpPr txBox="1">
            <a:spLocks/>
          </p:cNvSpPr>
          <p:nvPr/>
        </p:nvSpPr>
        <p:spPr>
          <a:xfrm>
            <a:off x="7088219" y="4841357"/>
            <a:ext cx="5006503" cy="126127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Symbol" panose="05050102010706020507" pitchFamily="18" charset="2"/>
              <a:buChar char=""/>
              <a:defRPr sz="2800" kern="1200">
                <a:solidFill>
                  <a:srgbClr val="8197B6"/>
                </a:solidFill>
                <a:latin typeface="+mn-lt"/>
                <a:ea typeface="+mn-ea"/>
                <a:cs typeface="+mn-cs"/>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rgbClr val="8197B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8197B6"/>
                </a:solidFill>
                <a:latin typeface="+mn-lt"/>
                <a:ea typeface="+mn-ea"/>
                <a:cs typeface="+mn-cs"/>
              </a:defRPr>
            </a:lvl3pPr>
            <a:lvl4pPr marL="16002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4pPr>
            <a:lvl5pPr marL="2057400" indent="-228600" algn="l" defTabSz="914400" rtl="0" eaLnBrk="1" latinLnBrk="0" hangingPunct="1">
              <a:lnSpc>
                <a:spcPct val="90000"/>
              </a:lnSpc>
              <a:spcBef>
                <a:spcPts val="500"/>
              </a:spcBef>
              <a:buFont typeface="Symbol" panose="05050102010706020507" pitchFamily="18" charset="2"/>
              <a:buChar char=""/>
              <a:defRPr sz="1800" kern="1200">
                <a:solidFill>
                  <a:srgbClr val="8197B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CA" sz="2000">
                <a:solidFill>
                  <a:srgbClr val="81ADB6"/>
                </a:solidFill>
              </a:rPr>
              <a:t>Cela ne se voit peut-être pas, mais ce texte est en Verdana.</a:t>
            </a:r>
          </a:p>
        </p:txBody>
      </p:sp>
      <p:cxnSp>
        <p:nvCxnSpPr>
          <p:cNvPr id="15" name="Connecteur droit avec flèche 14">
            <a:extLst>
              <a:ext uri="{FF2B5EF4-FFF2-40B4-BE49-F238E27FC236}">
                <a16:creationId xmlns:a16="http://schemas.microsoft.com/office/drawing/2014/main" id="{E819C496-7DCE-4A10-9C0E-0DD91A4472EF}"/>
              </a:ext>
            </a:extLst>
          </p:cNvPr>
          <p:cNvCxnSpPr>
            <a:cxnSpLocks/>
          </p:cNvCxnSpPr>
          <p:nvPr/>
        </p:nvCxnSpPr>
        <p:spPr>
          <a:xfrm flipH="1">
            <a:off x="4847728" y="5045413"/>
            <a:ext cx="2104306" cy="112731"/>
          </a:xfrm>
          <a:prstGeom prst="straightConnector1">
            <a:avLst/>
          </a:prstGeom>
          <a:ln w="38100">
            <a:solidFill>
              <a:srgbClr val="81ADB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2099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137CB7-42E8-4F49-BE85-FE21B52EE0EE}"/>
              </a:ext>
            </a:extLst>
          </p:cNvPr>
          <p:cNvSpPr>
            <a:spLocks noGrp="1"/>
          </p:cNvSpPr>
          <p:nvPr>
            <p:ph type="title"/>
          </p:nvPr>
        </p:nvSpPr>
        <p:spPr/>
        <p:txBody>
          <a:bodyPr/>
          <a:lstStyle/>
          <a:p>
            <a:r>
              <a:rPr lang="fr-CA"/>
              <a:t>Styles de police</a:t>
            </a:r>
          </a:p>
        </p:txBody>
      </p:sp>
      <p:sp>
        <p:nvSpPr>
          <p:cNvPr id="3" name="Espace réservé du contenu 2">
            <a:extLst>
              <a:ext uri="{FF2B5EF4-FFF2-40B4-BE49-F238E27FC236}">
                <a16:creationId xmlns:a16="http://schemas.microsoft.com/office/drawing/2014/main" id="{3472EA68-438F-4429-A8FD-E342989D20D3}"/>
              </a:ext>
            </a:extLst>
          </p:cNvPr>
          <p:cNvSpPr>
            <a:spLocks noGrp="1"/>
          </p:cNvSpPr>
          <p:nvPr>
            <p:ph idx="1"/>
          </p:nvPr>
        </p:nvSpPr>
        <p:spPr/>
        <p:txBody>
          <a:bodyPr/>
          <a:lstStyle/>
          <a:p>
            <a:r>
              <a:rPr lang="fr-CA"/>
              <a:t>Règle </a:t>
            </a:r>
            <a:r>
              <a:rPr lang="fr-CA" b="1">
                <a:solidFill>
                  <a:srgbClr val="F75A3B"/>
                </a:solidFill>
              </a:rPr>
              <a:t>font-style</a:t>
            </a:r>
            <a:r>
              <a:rPr lang="fr-CA"/>
              <a:t> :</a:t>
            </a:r>
          </a:p>
          <a:p>
            <a:pPr lvl="1"/>
            <a:r>
              <a:rPr lang="fr-CA"/>
              <a:t>Règle qui détermine « à quel point une police est penchée / italique ». (Options : normal, italic, oblique)</a:t>
            </a:r>
          </a:p>
        </p:txBody>
      </p:sp>
      <p:pic>
        <p:nvPicPr>
          <p:cNvPr id="5" name="Image 4">
            <a:extLst>
              <a:ext uri="{FF2B5EF4-FFF2-40B4-BE49-F238E27FC236}">
                <a16:creationId xmlns:a16="http://schemas.microsoft.com/office/drawing/2014/main" id="{14164220-80FD-479E-BB53-4048952AC86C}"/>
              </a:ext>
            </a:extLst>
          </p:cNvPr>
          <p:cNvPicPr>
            <a:picLocks noChangeAspect="1"/>
          </p:cNvPicPr>
          <p:nvPr/>
        </p:nvPicPr>
        <p:blipFill>
          <a:blip r:embed="rId2"/>
          <a:stretch>
            <a:fillRect/>
          </a:stretch>
        </p:blipFill>
        <p:spPr>
          <a:xfrm>
            <a:off x="2098963" y="2499279"/>
            <a:ext cx="7994073" cy="929721"/>
          </a:xfrm>
          <a:prstGeom prst="rect">
            <a:avLst/>
          </a:prstGeom>
          <a:ln w="38100">
            <a:solidFill>
              <a:srgbClr val="81ADB6"/>
            </a:solidFill>
          </a:ln>
        </p:spPr>
      </p:pic>
      <p:pic>
        <p:nvPicPr>
          <p:cNvPr id="7" name="Image 6">
            <a:extLst>
              <a:ext uri="{FF2B5EF4-FFF2-40B4-BE49-F238E27FC236}">
                <a16:creationId xmlns:a16="http://schemas.microsoft.com/office/drawing/2014/main" id="{21C2E866-4A9B-4F12-957F-2EC54C94C65D}"/>
              </a:ext>
            </a:extLst>
          </p:cNvPr>
          <p:cNvPicPr>
            <a:picLocks noChangeAspect="1"/>
          </p:cNvPicPr>
          <p:nvPr/>
        </p:nvPicPr>
        <p:blipFill>
          <a:blip r:embed="rId3"/>
          <a:stretch>
            <a:fillRect/>
          </a:stretch>
        </p:blipFill>
        <p:spPr>
          <a:xfrm>
            <a:off x="4366118" y="3852848"/>
            <a:ext cx="3459763" cy="1322266"/>
          </a:xfrm>
          <a:prstGeom prst="rect">
            <a:avLst/>
          </a:prstGeom>
          <a:ln w="38100">
            <a:solidFill>
              <a:srgbClr val="81ADB6"/>
            </a:solidFill>
          </a:ln>
        </p:spPr>
      </p:pic>
    </p:spTree>
    <p:extLst>
      <p:ext uri="{BB962C8B-B14F-4D97-AF65-F5344CB8AC3E}">
        <p14:creationId xmlns:p14="http://schemas.microsoft.com/office/powerpoint/2010/main" val="4244689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137CB7-42E8-4F49-BE85-FE21B52EE0EE}"/>
              </a:ext>
            </a:extLst>
          </p:cNvPr>
          <p:cNvSpPr>
            <a:spLocks noGrp="1"/>
          </p:cNvSpPr>
          <p:nvPr>
            <p:ph type="title"/>
          </p:nvPr>
        </p:nvSpPr>
        <p:spPr/>
        <p:txBody>
          <a:bodyPr/>
          <a:lstStyle/>
          <a:p>
            <a:r>
              <a:rPr lang="fr-CA"/>
              <a:t>Styles de police</a:t>
            </a:r>
          </a:p>
        </p:txBody>
      </p:sp>
      <p:sp>
        <p:nvSpPr>
          <p:cNvPr id="3" name="Espace réservé du contenu 2">
            <a:extLst>
              <a:ext uri="{FF2B5EF4-FFF2-40B4-BE49-F238E27FC236}">
                <a16:creationId xmlns:a16="http://schemas.microsoft.com/office/drawing/2014/main" id="{3472EA68-438F-4429-A8FD-E342989D20D3}"/>
              </a:ext>
            </a:extLst>
          </p:cNvPr>
          <p:cNvSpPr>
            <a:spLocks noGrp="1"/>
          </p:cNvSpPr>
          <p:nvPr>
            <p:ph idx="1"/>
          </p:nvPr>
        </p:nvSpPr>
        <p:spPr/>
        <p:txBody>
          <a:bodyPr/>
          <a:lstStyle/>
          <a:p>
            <a:r>
              <a:rPr lang="fr-CA"/>
              <a:t>Règle </a:t>
            </a:r>
            <a:r>
              <a:rPr lang="fr-CA" b="1">
                <a:solidFill>
                  <a:srgbClr val="F75A3B"/>
                </a:solidFill>
              </a:rPr>
              <a:t>font-size</a:t>
            </a:r>
            <a:r>
              <a:rPr lang="fr-CA"/>
              <a:t> :</a:t>
            </a:r>
          </a:p>
          <a:p>
            <a:pPr lvl="1"/>
            <a:r>
              <a:rPr lang="fr-CA"/>
              <a:t>Détermine la taille du texte. Calculé en </a:t>
            </a:r>
            <a:r>
              <a:rPr lang="fr-CA">
                <a:solidFill>
                  <a:srgbClr val="DDAB5B"/>
                </a:solidFill>
              </a:rPr>
              <a:t>pixels</a:t>
            </a:r>
            <a:r>
              <a:rPr lang="fr-CA"/>
              <a:t> ou en </a:t>
            </a:r>
            <a:r>
              <a:rPr lang="fr-CA">
                <a:solidFill>
                  <a:srgbClr val="DDAB5B"/>
                </a:solidFill>
              </a:rPr>
              <a:t>em</a:t>
            </a:r>
            <a:r>
              <a:rPr lang="fr-CA"/>
              <a:t>. 1 </a:t>
            </a:r>
            <a:r>
              <a:rPr lang="fr-CA">
                <a:solidFill>
                  <a:srgbClr val="DDAB5B"/>
                </a:solidFill>
              </a:rPr>
              <a:t>em</a:t>
            </a:r>
            <a:r>
              <a:rPr lang="fr-CA"/>
              <a:t> = taille ordinaire, 2 </a:t>
            </a:r>
            <a:r>
              <a:rPr lang="fr-CA">
                <a:solidFill>
                  <a:srgbClr val="DDAB5B"/>
                </a:solidFill>
              </a:rPr>
              <a:t>em</a:t>
            </a:r>
            <a:r>
              <a:rPr lang="fr-CA"/>
              <a:t> = double de la taille ordinaire.</a:t>
            </a:r>
          </a:p>
        </p:txBody>
      </p:sp>
      <p:pic>
        <p:nvPicPr>
          <p:cNvPr id="5" name="Image 4">
            <a:extLst>
              <a:ext uri="{FF2B5EF4-FFF2-40B4-BE49-F238E27FC236}">
                <a16:creationId xmlns:a16="http://schemas.microsoft.com/office/drawing/2014/main" id="{E9ACDE22-7F5A-477F-B6DF-2958812E198B}"/>
              </a:ext>
            </a:extLst>
          </p:cNvPr>
          <p:cNvPicPr>
            <a:picLocks noChangeAspect="1"/>
          </p:cNvPicPr>
          <p:nvPr/>
        </p:nvPicPr>
        <p:blipFill>
          <a:blip r:embed="rId2"/>
          <a:stretch>
            <a:fillRect/>
          </a:stretch>
        </p:blipFill>
        <p:spPr>
          <a:xfrm>
            <a:off x="2857144" y="2459033"/>
            <a:ext cx="6348010" cy="876376"/>
          </a:xfrm>
          <a:prstGeom prst="rect">
            <a:avLst/>
          </a:prstGeom>
          <a:ln w="38100">
            <a:solidFill>
              <a:srgbClr val="81ADB6"/>
            </a:solidFill>
          </a:ln>
        </p:spPr>
      </p:pic>
      <p:pic>
        <p:nvPicPr>
          <p:cNvPr id="7" name="Image 6">
            <a:extLst>
              <a:ext uri="{FF2B5EF4-FFF2-40B4-BE49-F238E27FC236}">
                <a16:creationId xmlns:a16="http://schemas.microsoft.com/office/drawing/2014/main" id="{E644A1C7-1F63-4300-98DC-10057F57DD3A}"/>
              </a:ext>
            </a:extLst>
          </p:cNvPr>
          <p:cNvPicPr>
            <a:picLocks noChangeAspect="1"/>
          </p:cNvPicPr>
          <p:nvPr/>
        </p:nvPicPr>
        <p:blipFill>
          <a:blip r:embed="rId3"/>
          <a:stretch>
            <a:fillRect/>
          </a:stretch>
        </p:blipFill>
        <p:spPr>
          <a:xfrm>
            <a:off x="4235272" y="3620025"/>
            <a:ext cx="3475021" cy="2004234"/>
          </a:xfrm>
          <a:prstGeom prst="rect">
            <a:avLst/>
          </a:prstGeom>
          <a:ln w="38100">
            <a:solidFill>
              <a:srgbClr val="81ADB6"/>
            </a:solidFill>
          </a:ln>
        </p:spPr>
      </p:pic>
    </p:spTree>
    <p:extLst>
      <p:ext uri="{BB962C8B-B14F-4D97-AF65-F5344CB8AC3E}">
        <p14:creationId xmlns:p14="http://schemas.microsoft.com/office/powerpoint/2010/main" val="27091713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AFBF3E00827D4439F695CE990D917D5" ma:contentTypeVersion="0" ma:contentTypeDescription="Crée un document." ma:contentTypeScope="" ma:versionID="ea33eddecf650c9ca46009dc8be034b0">
  <xsd:schema xmlns:xsd="http://www.w3.org/2001/XMLSchema" xmlns:xs="http://www.w3.org/2001/XMLSchema" xmlns:p="http://schemas.microsoft.com/office/2006/metadata/properties" targetNamespace="http://schemas.microsoft.com/office/2006/metadata/properties" ma:root="true" ma:fieldsID="f9028b6788f95684bad4f0cdee3402c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56F7A0-FFBA-4824-9A65-F0576F6B8B60}">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402449c1-179d-48c4-9422-13d234b0788f"/>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93CA4031-7BB3-4D53-9AB4-E516178E469F}"/>
</file>

<file path=customXml/itemProps3.xml><?xml version="1.0" encoding="utf-8"?>
<ds:datastoreItem xmlns:ds="http://schemas.openxmlformats.org/officeDocument/2006/customXml" ds:itemID="{0676ABC9-C3C7-4399-9280-4431C10825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5737</TotalTime>
  <Words>4150</Words>
  <Application>Microsoft Office PowerPoint</Application>
  <PresentationFormat>Grand écran</PresentationFormat>
  <Paragraphs>603</Paragraphs>
  <Slides>34</Slides>
  <Notes>0</Notes>
  <HiddenSlides>0</HiddenSlides>
  <MMClips>0</MMClips>
  <ScaleCrop>false</ScaleCrop>
  <HeadingPairs>
    <vt:vector size="4" baseType="variant">
      <vt:variant>
        <vt:lpstr>Thème</vt:lpstr>
      </vt:variant>
      <vt:variant>
        <vt:i4>1</vt:i4>
      </vt:variant>
      <vt:variant>
        <vt:lpstr>Titres des diapositives</vt:lpstr>
      </vt:variant>
      <vt:variant>
        <vt:i4>34</vt:i4>
      </vt:variant>
    </vt:vector>
  </HeadingPairs>
  <TitlesOfParts>
    <vt:vector size="35" baseType="lpstr">
      <vt:lpstr>Thème Office</vt:lpstr>
      <vt:lpstr>Présentation PowerPoint</vt:lpstr>
      <vt:lpstr>C’est quoi CSS ?</vt:lpstr>
      <vt:lpstr>C’est quoi CSS ?</vt:lpstr>
      <vt:lpstr>Syntaxe de CSS</vt:lpstr>
      <vt:lpstr>CSS Intraligne</vt:lpstr>
      <vt:lpstr>CSS interne</vt:lpstr>
      <vt:lpstr>CSS interne (Sélecteurs)</vt:lpstr>
      <vt:lpstr>CSS interne (Sélecteurs)</vt:lpstr>
      <vt:lpstr>CSS interne (Sélecteurs)</vt:lpstr>
      <vt:lpstr>CSS interne (Sélecteurs)</vt:lpstr>
      <vt:lpstr>CSS interne (Sélecteurs)</vt:lpstr>
      <vt:lpstr>Question de priorité</vt:lpstr>
      <vt:lpstr>Question de priorité</vt:lpstr>
      <vt:lpstr>CSS externe</vt:lpstr>
      <vt:lpstr>CSS externe</vt:lpstr>
      <vt:lpstr>CSS</vt:lpstr>
      <vt:lpstr>Éléments de groupement</vt:lpstr>
      <vt:lpstr>Éléments de groupement</vt:lpstr>
      <vt:lpstr>Éléments de groupement</vt:lpstr>
      <vt:lpstr>Éléments de groupement</vt:lpstr>
      <vt:lpstr>Éléments de groupement</vt:lpstr>
      <vt:lpstr>Éléments de groupement</vt:lpstr>
      <vt:lpstr>Éléments de groupement</vt:lpstr>
      <vt:lpstr>Éléments de groupement</vt:lpstr>
      <vt:lpstr>Styles de base</vt:lpstr>
      <vt:lpstr>Couleurs</vt:lpstr>
      <vt:lpstr>Couleurs</vt:lpstr>
      <vt:lpstr>Couleurs</vt:lpstr>
      <vt:lpstr>Styles de texte</vt:lpstr>
      <vt:lpstr>Styles de texte</vt:lpstr>
      <vt:lpstr>Styles de texte</vt:lpstr>
      <vt:lpstr>Styles de police</vt:lpstr>
      <vt:lpstr>Styles de police</vt:lpstr>
      <vt:lpstr>Styles de police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Bel -</dc:creator>
  <cp:lastModifiedBy>Eric Mathieu</cp:lastModifiedBy>
  <cp:revision>497</cp:revision>
  <dcterms:created xsi:type="dcterms:W3CDTF">2020-12-01T19:15:38Z</dcterms:created>
  <dcterms:modified xsi:type="dcterms:W3CDTF">2025-08-20T20:12:00Z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0x010100FAFBF3E00827D4439F695CE990D917D5</vt:lpwstr>
  </property>
  <property fmtid="{D5CDD505-2E9C-101B-9397-08002B2CF9AE}" pid="3" name="MediaServiceImageTags">
    <vt:lpwstr/>
  </property>
  <property fmtid="{D5CDD505-2E9C-101B-9397-08002B2CF9AE}" pid="4" name="Order">
    <vt:r8>2700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