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57"/>
  </p:notesMasterIdLst>
  <p:handoutMasterIdLst>
    <p:handoutMasterId r:id="rId58"/>
  </p:handoutMasterIdLst>
  <p:sldIdLst>
    <p:sldId id="256" r:id="rId5"/>
    <p:sldId id="257" r:id="rId6"/>
    <p:sldId id="259" r:id="rId7"/>
    <p:sldId id="260" r:id="rId8"/>
    <p:sldId id="261" r:id="rId9"/>
    <p:sldId id="262" r:id="rId10"/>
    <p:sldId id="263" r:id="rId11"/>
    <p:sldId id="265" r:id="rId12"/>
    <p:sldId id="264" r:id="rId13"/>
    <p:sldId id="266" r:id="rId14"/>
    <p:sldId id="267" r:id="rId15"/>
    <p:sldId id="335" r:id="rId16"/>
    <p:sldId id="273" r:id="rId17"/>
    <p:sldId id="268" r:id="rId18"/>
    <p:sldId id="269" r:id="rId19"/>
    <p:sldId id="270" r:id="rId20"/>
    <p:sldId id="333" r:id="rId21"/>
    <p:sldId id="334" r:id="rId22"/>
    <p:sldId id="271" r:id="rId23"/>
    <p:sldId id="272" r:id="rId24"/>
    <p:sldId id="289" r:id="rId25"/>
    <p:sldId id="274" r:id="rId26"/>
    <p:sldId id="275" r:id="rId27"/>
    <p:sldId id="276" r:id="rId28"/>
    <p:sldId id="336" r:id="rId29"/>
    <p:sldId id="340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92" r:id="rId43"/>
    <p:sldId id="290" r:id="rId44"/>
    <p:sldId id="291" r:id="rId45"/>
    <p:sldId id="293" r:id="rId46"/>
    <p:sldId id="294" r:id="rId47"/>
    <p:sldId id="295" r:id="rId48"/>
    <p:sldId id="296" r:id="rId49"/>
    <p:sldId id="297" r:id="rId50"/>
    <p:sldId id="298" r:id="rId51"/>
    <p:sldId id="337" r:id="rId52"/>
    <p:sldId id="339" r:id="rId53"/>
    <p:sldId id="299" r:id="rId54"/>
    <p:sldId id="300" r:id="rId55"/>
    <p:sldId id="301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51E7"/>
    <a:srgbClr val="8080BB"/>
    <a:srgbClr val="81ADB6"/>
    <a:srgbClr val="67D571"/>
    <a:srgbClr val="DDAB5B"/>
    <a:srgbClr val="F75A3B"/>
    <a:srgbClr val="A785B8"/>
    <a:srgbClr val="8197B6"/>
    <a:srgbClr val="B681AE"/>
    <a:srgbClr val="394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50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Éric Mathieu" userId="S::eric.mathieu@cegepmontpetit.ca::876603ee-f650-40c1-9881-187c9e3f5540" providerId="AD" clId="Web-{86D03C5A-E388-4907-E9D1-D6F52028E767}"/>
    <pc:docChg chg="delSld">
      <pc:chgData name="Éric Mathieu" userId="S::eric.mathieu@cegepmontpetit.ca::876603ee-f650-40c1-9881-187c9e3f5540" providerId="AD" clId="Web-{86D03C5A-E388-4907-E9D1-D6F52028E767}" dt="2025-08-20T20:13:02.255" v="33"/>
      <pc:docMkLst>
        <pc:docMk/>
      </pc:docMkLst>
      <pc:sldChg chg="del">
        <pc:chgData name="Éric Mathieu" userId="S::eric.mathieu@cegepmontpetit.ca::876603ee-f650-40c1-9881-187c9e3f5540" providerId="AD" clId="Web-{86D03C5A-E388-4907-E9D1-D6F52028E767}" dt="2025-08-20T20:13:02.255" v="32"/>
        <pc:sldMkLst>
          <pc:docMk/>
          <pc:sldMk cId="1743848198" sldId="302"/>
        </pc:sldMkLst>
      </pc:sldChg>
      <pc:sldChg chg="del">
        <pc:chgData name="Éric Mathieu" userId="S::eric.mathieu@cegepmontpetit.ca::876603ee-f650-40c1-9881-187c9e3f5540" providerId="AD" clId="Web-{86D03C5A-E388-4907-E9D1-D6F52028E767}" dt="2025-08-20T20:13:02.255" v="33"/>
        <pc:sldMkLst>
          <pc:docMk/>
          <pc:sldMk cId="159620839" sldId="303"/>
        </pc:sldMkLst>
      </pc:sldChg>
      <pc:sldChg chg="del">
        <pc:chgData name="Éric Mathieu" userId="S::eric.mathieu@cegepmontpetit.ca::876603ee-f650-40c1-9881-187c9e3f5540" providerId="AD" clId="Web-{86D03C5A-E388-4907-E9D1-D6F52028E767}" dt="2025-08-20T20:13:02.255" v="31"/>
        <pc:sldMkLst>
          <pc:docMk/>
          <pc:sldMk cId="889775138" sldId="304"/>
        </pc:sldMkLst>
      </pc:sldChg>
      <pc:sldChg chg="del">
        <pc:chgData name="Éric Mathieu" userId="S::eric.mathieu@cegepmontpetit.ca::876603ee-f650-40c1-9881-187c9e3f5540" providerId="AD" clId="Web-{86D03C5A-E388-4907-E9D1-D6F52028E767}" dt="2025-08-20T20:13:02.255" v="30"/>
        <pc:sldMkLst>
          <pc:docMk/>
          <pc:sldMk cId="1654889216" sldId="305"/>
        </pc:sldMkLst>
      </pc:sldChg>
      <pc:sldChg chg="del">
        <pc:chgData name="Éric Mathieu" userId="S::eric.mathieu@cegepmontpetit.ca::876603ee-f650-40c1-9881-187c9e3f5540" providerId="AD" clId="Web-{86D03C5A-E388-4907-E9D1-D6F52028E767}" dt="2025-08-20T20:13:02.255" v="29"/>
        <pc:sldMkLst>
          <pc:docMk/>
          <pc:sldMk cId="1911261038" sldId="306"/>
        </pc:sldMkLst>
      </pc:sldChg>
      <pc:sldChg chg="del">
        <pc:chgData name="Éric Mathieu" userId="S::eric.mathieu@cegepmontpetit.ca::876603ee-f650-40c1-9881-187c9e3f5540" providerId="AD" clId="Web-{86D03C5A-E388-4907-E9D1-D6F52028E767}" dt="2025-08-20T20:13:02.255" v="28"/>
        <pc:sldMkLst>
          <pc:docMk/>
          <pc:sldMk cId="2256531308" sldId="307"/>
        </pc:sldMkLst>
      </pc:sldChg>
      <pc:sldChg chg="del">
        <pc:chgData name="Éric Mathieu" userId="S::eric.mathieu@cegepmontpetit.ca::876603ee-f650-40c1-9881-187c9e3f5540" providerId="AD" clId="Web-{86D03C5A-E388-4907-E9D1-D6F52028E767}" dt="2025-08-20T20:13:02.255" v="27"/>
        <pc:sldMkLst>
          <pc:docMk/>
          <pc:sldMk cId="1211443611" sldId="308"/>
        </pc:sldMkLst>
      </pc:sldChg>
      <pc:sldChg chg="del">
        <pc:chgData name="Éric Mathieu" userId="S::eric.mathieu@cegepmontpetit.ca::876603ee-f650-40c1-9881-187c9e3f5540" providerId="AD" clId="Web-{86D03C5A-E388-4907-E9D1-D6F52028E767}" dt="2025-08-20T20:13:02.240" v="26"/>
        <pc:sldMkLst>
          <pc:docMk/>
          <pc:sldMk cId="2521506974" sldId="309"/>
        </pc:sldMkLst>
      </pc:sldChg>
      <pc:sldChg chg="del">
        <pc:chgData name="Éric Mathieu" userId="S::eric.mathieu@cegepmontpetit.ca::876603ee-f650-40c1-9881-187c9e3f5540" providerId="AD" clId="Web-{86D03C5A-E388-4907-E9D1-D6F52028E767}" dt="2025-08-20T20:13:02.240" v="25"/>
        <pc:sldMkLst>
          <pc:docMk/>
          <pc:sldMk cId="689654199" sldId="310"/>
        </pc:sldMkLst>
      </pc:sldChg>
      <pc:sldChg chg="del">
        <pc:chgData name="Éric Mathieu" userId="S::eric.mathieu@cegepmontpetit.ca::876603ee-f650-40c1-9881-187c9e3f5540" providerId="AD" clId="Web-{86D03C5A-E388-4907-E9D1-D6F52028E767}" dt="2025-08-20T20:13:02.240" v="24"/>
        <pc:sldMkLst>
          <pc:docMk/>
          <pc:sldMk cId="1315455968" sldId="311"/>
        </pc:sldMkLst>
      </pc:sldChg>
      <pc:sldChg chg="del">
        <pc:chgData name="Éric Mathieu" userId="S::eric.mathieu@cegepmontpetit.ca::876603ee-f650-40c1-9881-187c9e3f5540" providerId="AD" clId="Web-{86D03C5A-E388-4907-E9D1-D6F52028E767}" dt="2025-08-20T20:13:02.240" v="23"/>
        <pc:sldMkLst>
          <pc:docMk/>
          <pc:sldMk cId="940702497" sldId="312"/>
        </pc:sldMkLst>
      </pc:sldChg>
      <pc:sldChg chg="del">
        <pc:chgData name="Éric Mathieu" userId="S::eric.mathieu@cegepmontpetit.ca::876603ee-f650-40c1-9881-187c9e3f5540" providerId="AD" clId="Web-{86D03C5A-E388-4907-E9D1-D6F52028E767}" dt="2025-08-20T20:13:02.240" v="20"/>
        <pc:sldMkLst>
          <pc:docMk/>
          <pc:sldMk cId="1810342737" sldId="313"/>
        </pc:sldMkLst>
      </pc:sldChg>
      <pc:sldChg chg="del">
        <pc:chgData name="Éric Mathieu" userId="S::eric.mathieu@cegepmontpetit.ca::876603ee-f650-40c1-9881-187c9e3f5540" providerId="AD" clId="Web-{86D03C5A-E388-4907-E9D1-D6F52028E767}" dt="2025-08-20T20:13:02.240" v="19"/>
        <pc:sldMkLst>
          <pc:docMk/>
          <pc:sldMk cId="2780806995" sldId="314"/>
        </pc:sldMkLst>
      </pc:sldChg>
      <pc:sldChg chg="del">
        <pc:chgData name="Éric Mathieu" userId="S::eric.mathieu@cegepmontpetit.ca::876603ee-f650-40c1-9881-187c9e3f5540" providerId="AD" clId="Web-{86D03C5A-E388-4907-E9D1-D6F52028E767}" dt="2025-08-20T20:13:02.240" v="17"/>
        <pc:sldMkLst>
          <pc:docMk/>
          <pc:sldMk cId="237963385" sldId="315"/>
        </pc:sldMkLst>
      </pc:sldChg>
      <pc:sldChg chg="del">
        <pc:chgData name="Éric Mathieu" userId="S::eric.mathieu@cegepmontpetit.ca::876603ee-f650-40c1-9881-187c9e3f5540" providerId="AD" clId="Web-{86D03C5A-E388-4907-E9D1-D6F52028E767}" dt="2025-08-20T20:13:02.240" v="16"/>
        <pc:sldMkLst>
          <pc:docMk/>
          <pc:sldMk cId="2114602105" sldId="316"/>
        </pc:sldMkLst>
      </pc:sldChg>
      <pc:sldChg chg="del">
        <pc:chgData name="Éric Mathieu" userId="S::eric.mathieu@cegepmontpetit.ca::876603ee-f650-40c1-9881-187c9e3f5540" providerId="AD" clId="Web-{86D03C5A-E388-4907-E9D1-D6F52028E767}" dt="2025-08-20T20:13:02.224" v="15"/>
        <pc:sldMkLst>
          <pc:docMk/>
          <pc:sldMk cId="3231353708" sldId="317"/>
        </pc:sldMkLst>
      </pc:sldChg>
      <pc:sldChg chg="del">
        <pc:chgData name="Éric Mathieu" userId="S::eric.mathieu@cegepmontpetit.ca::876603ee-f650-40c1-9881-187c9e3f5540" providerId="AD" clId="Web-{86D03C5A-E388-4907-E9D1-D6F52028E767}" dt="2025-08-20T20:13:02.224" v="14"/>
        <pc:sldMkLst>
          <pc:docMk/>
          <pc:sldMk cId="3519582452" sldId="318"/>
        </pc:sldMkLst>
      </pc:sldChg>
      <pc:sldChg chg="del">
        <pc:chgData name="Éric Mathieu" userId="S::eric.mathieu@cegepmontpetit.ca::876603ee-f650-40c1-9881-187c9e3f5540" providerId="AD" clId="Web-{86D03C5A-E388-4907-E9D1-D6F52028E767}" dt="2025-08-20T20:13:02.224" v="13"/>
        <pc:sldMkLst>
          <pc:docMk/>
          <pc:sldMk cId="2249384250" sldId="319"/>
        </pc:sldMkLst>
      </pc:sldChg>
      <pc:sldChg chg="del">
        <pc:chgData name="Éric Mathieu" userId="S::eric.mathieu@cegepmontpetit.ca::876603ee-f650-40c1-9881-187c9e3f5540" providerId="AD" clId="Web-{86D03C5A-E388-4907-E9D1-D6F52028E767}" dt="2025-08-20T20:13:02.224" v="12"/>
        <pc:sldMkLst>
          <pc:docMk/>
          <pc:sldMk cId="3570737064" sldId="320"/>
        </pc:sldMkLst>
      </pc:sldChg>
      <pc:sldChg chg="del">
        <pc:chgData name="Éric Mathieu" userId="S::eric.mathieu@cegepmontpetit.ca::876603ee-f650-40c1-9881-187c9e3f5540" providerId="AD" clId="Web-{86D03C5A-E388-4907-E9D1-D6F52028E767}" dt="2025-08-20T20:13:02.224" v="11"/>
        <pc:sldMkLst>
          <pc:docMk/>
          <pc:sldMk cId="3541664714" sldId="321"/>
        </pc:sldMkLst>
      </pc:sldChg>
      <pc:sldChg chg="del">
        <pc:chgData name="Éric Mathieu" userId="S::eric.mathieu@cegepmontpetit.ca::876603ee-f650-40c1-9881-187c9e3f5540" providerId="AD" clId="Web-{86D03C5A-E388-4907-E9D1-D6F52028E767}" dt="2025-08-20T20:13:02.224" v="10"/>
        <pc:sldMkLst>
          <pc:docMk/>
          <pc:sldMk cId="3830101523" sldId="322"/>
        </pc:sldMkLst>
      </pc:sldChg>
      <pc:sldChg chg="del">
        <pc:chgData name="Éric Mathieu" userId="S::eric.mathieu@cegepmontpetit.ca::876603ee-f650-40c1-9881-187c9e3f5540" providerId="AD" clId="Web-{86D03C5A-E388-4907-E9D1-D6F52028E767}" dt="2025-08-20T20:13:02.224" v="9"/>
        <pc:sldMkLst>
          <pc:docMk/>
          <pc:sldMk cId="3633242060" sldId="323"/>
        </pc:sldMkLst>
      </pc:sldChg>
      <pc:sldChg chg="del">
        <pc:chgData name="Éric Mathieu" userId="S::eric.mathieu@cegepmontpetit.ca::876603ee-f650-40c1-9881-187c9e3f5540" providerId="AD" clId="Web-{86D03C5A-E388-4907-E9D1-D6F52028E767}" dt="2025-08-20T20:13:02.224" v="8"/>
        <pc:sldMkLst>
          <pc:docMk/>
          <pc:sldMk cId="3927863136" sldId="324"/>
        </pc:sldMkLst>
      </pc:sldChg>
      <pc:sldChg chg="del">
        <pc:chgData name="Éric Mathieu" userId="S::eric.mathieu@cegepmontpetit.ca::876603ee-f650-40c1-9881-187c9e3f5540" providerId="AD" clId="Web-{86D03C5A-E388-4907-E9D1-D6F52028E767}" dt="2025-08-20T20:13:02.224" v="7"/>
        <pc:sldMkLst>
          <pc:docMk/>
          <pc:sldMk cId="1642250327" sldId="325"/>
        </pc:sldMkLst>
      </pc:sldChg>
      <pc:sldChg chg="del">
        <pc:chgData name="Éric Mathieu" userId="S::eric.mathieu@cegepmontpetit.ca::876603ee-f650-40c1-9881-187c9e3f5540" providerId="AD" clId="Web-{86D03C5A-E388-4907-E9D1-D6F52028E767}" dt="2025-08-20T20:13:02.224" v="6"/>
        <pc:sldMkLst>
          <pc:docMk/>
          <pc:sldMk cId="779457824" sldId="326"/>
        </pc:sldMkLst>
      </pc:sldChg>
      <pc:sldChg chg="del">
        <pc:chgData name="Éric Mathieu" userId="S::eric.mathieu@cegepmontpetit.ca::876603ee-f650-40c1-9881-187c9e3f5540" providerId="AD" clId="Web-{86D03C5A-E388-4907-E9D1-D6F52028E767}" dt="2025-08-20T20:13:02.208" v="5"/>
        <pc:sldMkLst>
          <pc:docMk/>
          <pc:sldMk cId="572597973" sldId="327"/>
        </pc:sldMkLst>
      </pc:sldChg>
      <pc:sldChg chg="del">
        <pc:chgData name="Éric Mathieu" userId="S::eric.mathieu@cegepmontpetit.ca::876603ee-f650-40c1-9881-187c9e3f5540" providerId="AD" clId="Web-{86D03C5A-E388-4907-E9D1-D6F52028E767}" dt="2025-08-20T20:13:02.208" v="4"/>
        <pc:sldMkLst>
          <pc:docMk/>
          <pc:sldMk cId="3227263039" sldId="328"/>
        </pc:sldMkLst>
      </pc:sldChg>
      <pc:sldChg chg="del">
        <pc:chgData name="Éric Mathieu" userId="S::eric.mathieu@cegepmontpetit.ca::876603ee-f650-40c1-9881-187c9e3f5540" providerId="AD" clId="Web-{86D03C5A-E388-4907-E9D1-D6F52028E767}" dt="2025-08-20T20:13:02.208" v="3"/>
        <pc:sldMkLst>
          <pc:docMk/>
          <pc:sldMk cId="2281340784" sldId="329"/>
        </pc:sldMkLst>
      </pc:sldChg>
      <pc:sldChg chg="del">
        <pc:chgData name="Éric Mathieu" userId="S::eric.mathieu@cegepmontpetit.ca::876603ee-f650-40c1-9881-187c9e3f5540" providerId="AD" clId="Web-{86D03C5A-E388-4907-E9D1-D6F52028E767}" dt="2025-08-20T20:13:02.208" v="2"/>
        <pc:sldMkLst>
          <pc:docMk/>
          <pc:sldMk cId="4032099946" sldId="330"/>
        </pc:sldMkLst>
      </pc:sldChg>
      <pc:sldChg chg="del">
        <pc:chgData name="Éric Mathieu" userId="S::eric.mathieu@cegepmontpetit.ca::876603ee-f650-40c1-9881-187c9e3f5540" providerId="AD" clId="Web-{86D03C5A-E388-4907-E9D1-D6F52028E767}" dt="2025-08-20T20:13:02.208" v="1"/>
        <pc:sldMkLst>
          <pc:docMk/>
          <pc:sldMk cId="4244689920" sldId="331"/>
        </pc:sldMkLst>
      </pc:sldChg>
      <pc:sldChg chg="del">
        <pc:chgData name="Éric Mathieu" userId="S::eric.mathieu@cegepmontpetit.ca::876603ee-f650-40c1-9881-187c9e3f5540" providerId="AD" clId="Web-{86D03C5A-E388-4907-E9D1-D6F52028E767}" dt="2025-08-20T20:13:02.208" v="0"/>
        <pc:sldMkLst>
          <pc:docMk/>
          <pc:sldMk cId="2709171399" sldId="332"/>
        </pc:sldMkLst>
      </pc:sldChg>
      <pc:sldChg chg="del">
        <pc:chgData name="Éric Mathieu" userId="S::eric.mathieu@cegepmontpetit.ca::876603ee-f650-40c1-9881-187c9e3f5540" providerId="AD" clId="Web-{86D03C5A-E388-4907-E9D1-D6F52028E767}" dt="2025-08-20T20:13:02.240" v="22"/>
        <pc:sldMkLst>
          <pc:docMk/>
          <pc:sldMk cId="2192961272" sldId="338"/>
        </pc:sldMkLst>
      </pc:sldChg>
      <pc:sldChg chg="del">
        <pc:chgData name="Éric Mathieu" userId="S::eric.mathieu@cegepmontpetit.ca::876603ee-f650-40c1-9881-187c9e3f5540" providerId="AD" clId="Web-{86D03C5A-E388-4907-E9D1-D6F52028E767}" dt="2025-08-20T20:13:02.240" v="21"/>
        <pc:sldMkLst>
          <pc:docMk/>
          <pc:sldMk cId="1966759502" sldId="341"/>
        </pc:sldMkLst>
      </pc:sldChg>
      <pc:sldChg chg="del">
        <pc:chgData name="Éric Mathieu" userId="S::eric.mathieu@cegepmontpetit.ca::876603ee-f650-40c1-9881-187c9e3f5540" providerId="AD" clId="Web-{86D03C5A-E388-4907-E9D1-D6F52028E767}" dt="2025-08-20T20:13:02.240" v="18"/>
        <pc:sldMkLst>
          <pc:docMk/>
          <pc:sldMk cId="46986087" sldId="342"/>
        </pc:sldMkLst>
      </pc:sldChg>
    </pc:docChg>
  </pc:docChgLst>
  <pc:docChgLst>
    <pc:chgData name="Mathieu Éric" userId="S::eric.mathieu@cegepmontpetit.ca::876603ee-f650-40c1-9881-187c9e3f5540" providerId="AD" clId="Web-{28685BA6-66DD-413C-8164-A7741D70C9AB}"/>
    <pc:docChg chg="modSld">
      <pc:chgData name="Mathieu Éric" userId="S::eric.mathieu@cegepmontpetit.ca::876603ee-f650-40c1-9881-187c9e3f5540" providerId="AD" clId="Web-{28685BA6-66DD-413C-8164-A7741D70C9AB}" dt="2023-02-11T15:32:02.616" v="1" actId="1076"/>
      <pc:docMkLst>
        <pc:docMk/>
      </pc:docMkLst>
      <pc:sldChg chg="modSp">
        <pc:chgData name="Mathieu Éric" userId="S::eric.mathieu@cegepmontpetit.ca::876603ee-f650-40c1-9881-187c9e3f5540" providerId="AD" clId="Web-{28685BA6-66DD-413C-8164-A7741D70C9AB}" dt="2023-02-11T15:32:02.616" v="1" actId="1076"/>
        <pc:sldMkLst>
          <pc:docMk/>
          <pc:sldMk cId="3313483383" sldId="256"/>
        </pc:sldMkLst>
      </pc:sldChg>
    </pc:docChg>
  </pc:docChgLst>
  <pc:docChgLst>
    <pc:chgData name="Éric Mathieu" userId="S::eric.mathieu@cegepmontpetit.ca::876603ee-f650-40c1-9881-187c9e3f5540" providerId="AD" clId="Web-{0CDA144D-689A-710F-6F0F-F4A3CCEBC688}"/>
    <pc:docChg chg="modSld">
      <pc:chgData name="Éric Mathieu" userId="S::eric.mathieu@cegepmontpetit.ca::876603ee-f650-40c1-9881-187c9e3f5540" providerId="AD" clId="Web-{0CDA144D-689A-710F-6F0F-F4A3CCEBC688}" dt="2025-08-20T20:18:28.066" v="3"/>
      <pc:docMkLst>
        <pc:docMk/>
      </pc:docMkLst>
      <pc:sldChg chg="delSp modSp">
        <pc:chgData name="Éric Mathieu" userId="S::eric.mathieu@cegepmontpetit.ca::876603ee-f650-40c1-9881-187c9e3f5540" providerId="AD" clId="Web-{0CDA144D-689A-710F-6F0F-F4A3CCEBC688}" dt="2025-08-20T20:18:28.066" v="3"/>
        <pc:sldMkLst>
          <pc:docMk/>
          <pc:sldMk cId="1970260803" sldId="257"/>
        </pc:sldMkLst>
        <pc:spChg chg="mod">
          <ac:chgData name="Éric Mathieu" userId="S::eric.mathieu@cegepmontpetit.ca::876603ee-f650-40c1-9881-187c9e3f5540" providerId="AD" clId="Web-{0CDA144D-689A-710F-6F0F-F4A3CCEBC688}" dt="2025-08-20T20:18:27.003" v="2" actId="20577"/>
          <ac:spMkLst>
            <pc:docMk/>
            <pc:sldMk cId="1970260803" sldId="257"/>
            <ac:spMk id="4" creationId="{09EFAF08-EDCC-4FA5-874F-CEAE445488C4}"/>
          </ac:spMkLst>
        </pc:spChg>
      </pc:sldChg>
    </pc:docChg>
  </pc:docChgLst>
  <pc:docChgLst>
    <pc:chgData name="Moussaid Achraf" userId="03a2e7ce-53ea-4e25-be87-7ad6548d38bb" providerId="ADAL" clId="{0B888BD8-D9C9-4E41-AA6F-7D06E306B6C1}"/>
    <pc:docChg chg="modSld">
      <pc:chgData name="Moussaid Achraf" userId="03a2e7ce-53ea-4e25-be87-7ad6548d38bb" providerId="ADAL" clId="{0B888BD8-D9C9-4E41-AA6F-7D06E306B6C1}" dt="2023-01-22T20:48:18.806" v="0"/>
      <pc:docMkLst>
        <pc:docMk/>
      </pc:docMkLst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1970260803" sldId="257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3867638448" sldId="259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1986893385" sldId="260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2643111235" sldId="261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3649680850" sldId="262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1870217021" sldId="263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2061330663" sldId="264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4019438281" sldId="265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2845597438" sldId="266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1494783243" sldId="267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2792688938" sldId="268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2110287054" sldId="269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3673768310" sldId="270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1817325067" sldId="271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258917546" sldId="272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3070295933" sldId="273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3985466174" sldId="274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842612236" sldId="275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2425454123" sldId="276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3744527121" sldId="277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2310505159" sldId="278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4127174395" sldId="279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1015590901" sldId="280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3450238189" sldId="281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1686952854" sldId="282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147291690" sldId="283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112152554" sldId="284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2894799565" sldId="285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1145953508" sldId="286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339601490" sldId="287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2115840496" sldId="288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4269226613" sldId="289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3042163779" sldId="290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3929104316" sldId="291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196676411" sldId="292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1088826689" sldId="293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3338216796" sldId="294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4003534372" sldId="295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1775083352" sldId="296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578686924" sldId="297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2112330234" sldId="298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1100243001" sldId="299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3830846297" sldId="300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580405045" sldId="301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1743848198" sldId="302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159620839" sldId="303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889775138" sldId="304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1654889216" sldId="305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1911261038" sldId="306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2256531308" sldId="307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1211443611" sldId="308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2521506974" sldId="309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689654199" sldId="310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1315455968" sldId="311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940702497" sldId="312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1810342737" sldId="313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2780806995" sldId="314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237963385" sldId="315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2114602105" sldId="316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3231353708" sldId="317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3519582452" sldId="318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2249384250" sldId="319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3570737064" sldId="320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3541664714" sldId="321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3830101523" sldId="322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3633242060" sldId="323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3927863136" sldId="324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1642250327" sldId="325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779457824" sldId="326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572597973" sldId="327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3227263039" sldId="328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2281340784" sldId="329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4032099946" sldId="330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4244689920" sldId="331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2709171399" sldId="332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1602938534" sldId="333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1933209194" sldId="334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3959702000" sldId="335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3656356942" sldId="336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56230102" sldId="337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2192961272" sldId="338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2484887184" sldId="339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2753671624" sldId="340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1966759502" sldId="341"/>
        </pc:sldMkLst>
      </pc:sldChg>
      <pc:sldChg chg="delSp">
        <pc:chgData name="Moussaid Achraf" userId="03a2e7ce-53ea-4e25-be87-7ad6548d38bb" providerId="ADAL" clId="{0B888BD8-D9C9-4E41-AA6F-7D06E306B6C1}" dt="2023-01-22T20:48:18.806" v="0"/>
        <pc:sldMkLst>
          <pc:docMk/>
          <pc:sldMk cId="46986087" sldId="342"/>
        </pc:sldMkLst>
      </pc:sldChg>
    </pc:docChg>
  </pc:docChgLst>
  <pc:docChgLst>
    <pc:chgData name="Mathieu Éric" userId="876603ee-f650-40c1-9881-187c9e3f5540" providerId="ADAL" clId="{2493C416-A0E4-406D-81F0-2240FE309CAC}"/>
    <pc:docChg chg="undo custSel modSld modMainMaster">
      <pc:chgData name="Mathieu Éric" userId="876603ee-f650-40c1-9881-187c9e3f5540" providerId="ADAL" clId="{2493C416-A0E4-406D-81F0-2240FE309CAC}" dt="2023-08-21T21:37:36.721" v="236"/>
      <pc:docMkLst>
        <pc:docMk/>
      </pc:docMkLst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3313483383" sldId="256"/>
        </pc:sldMkLst>
      </pc:sldChg>
      <pc:sldChg chg="modSp mod setBg">
        <pc:chgData name="Mathieu Éric" userId="876603ee-f650-40c1-9881-187c9e3f5540" providerId="ADAL" clId="{2493C416-A0E4-406D-81F0-2240FE309CAC}" dt="2023-08-21T21:37:36.721" v="236"/>
        <pc:sldMkLst>
          <pc:docMk/>
          <pc:sldMk cId="1970260803" sldId="257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3867638448" sldId="259"/>
        </pc:sldMkLst>
      </pc:sldChg>
      <pc:sldChg chg="modSp mod">
        <pc:chgData name="Mathieu Éric" userId="876603ee-f650-40c1-9881-187c9e3f5540" providerId="ADAL" clId="{2493C416-A0E4-406D-81F0-2240FE309CAC}" dt="2023-08-21T21:37:36.721" v="236"/>
        <pc:sldMkLst>
          <pc:docMk/>
          <pc:sldMk cId="1986893385" sldId="260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2643111235" sldId="261"/>
        </pc:sldMkLst>
      </pc:sldChg>
      <pc:sldChg chg="modSp mod">
        <pc:chgData name="Mathieu Éric" userId="876603ee-f650-40c1-9881-187c9e3f5540" providerId="ADAL" clId="{2493C416-A0E4-406D-81F0-2240FE309CAC}" dt="2023-08-21T21:37:36.721" v="236"/>
        <pc:sldMkLst>
          <pc:docMk/>
          <pc:sldMk cId="3649680850" sldId="262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1870217021" sldId="263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2061330663" sldId="264"/>
        </pc:sldMkLst>
      </pc:sldChg>
      <pc:sldChg chg="modSp mod">
        <pc:chgData name="Mathieu Éric" userId="876603ee-f650-40c1-9881-187c9e3f5540" providerId="ADAL" clId="{2493C416-A0E4-406D-81F0-2240FE309CAC}" dt="2023-08-21T21:37:36.721" v="236"/>
        <pc:sldMkLst>
          <pc:docMk/>
          <pc:sldMk cId="4019438281" sldId="265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2845597438" sldId="266"/>
        </pc:sldMkLst>
      </pc:sldChg>
      <pc:sldChg chg="modSp mod">
        <pc:chgData name="Mathieu Éric" userId="876603ee-f650-40c1-9881-187c9e3f5540" providerId="ADAL" clId="{2493C416-A0E4-406D-81F0-2240FE309CAC}" dt="2023-08-21T21:37:36.721" v="236"/>
        <pc:sldMkLst>
          <pc:docMk/>
          <pc:sldMk cId="1494783243" sldId="267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2792688938" sldId="268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2110287054" sldId="269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3673768310" sldId="270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1817325067" sldId="271"/>
        </pc:sldMkLst>
      </pc:sldChg>
      <pc:sldChg chg="modSp mod">
        <pc:chgData name="Mathieu Éric" userId="876603ee-f650-40c1-9881-187c9e3f5540" providerId="ADAL" clId="{2493C416-A0E4-406D-81F0-2240FE309CAC}" dt="2023-08-21T21:37:36.721" v="236"/>
        <pc:sldMkLst>
          <pc:docMk/>
          <pc:sldMk cId="258917546" sldId="272"/>
        </pc:sldMkLst>
      </pc:sldChg>
      <pc:sldChg chg="modSp mod">
        <pc:chgData name="Mathieu Éric" userId="876603ee-f650-40c1-9881-187c9e3f5540" providerId="ADAL" clId="{2493C416-A0E4-406D-81F0-2240FE309CAC}" dt="2023-08-21T21:37:36.721" v="236"/>
        <pc:sldMkLst>
          <pc:docMk/>
          <pc:sldMk cId="3070295933" sldId="273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3985466174" sldId="274"/>
        </pc:sldMkLst>
      </pc:sldChg>
      <pc:sldChg chg="modSp mod">
        <pc:chgData name="Mathieu Éric" userId="876603ee-f650-40c1-9881-187c9e3f5540" providerId="ADAL" clId="{2493C416-A0E4-406D-81F0-2240FE309CAC}" dt="2023-08-21T21:37:36.721" v="236"/>
        <pc:sldMkLst>
          <pc:docMk/>
          <pc:sldMk cId="842612236" sldId="275"/>
        </pc:sldMkLst>
      </pc:sldChg>
      <pc:sldChg chg="modSp mod">
        <pc:chgData name="Mathieu Éric" userId="876603ee-f650-40c1-9881-187c9e3f5540" providerId="ADAL" clId="{2493C416-A0E4-406D-81F0-2240FE309CAC}" dt="2023-08-21T21:37:36.721" v="236"/>
        <pc:sldMkLst>
          <pc:docMk/>
          <pc:sldMk cId="2425454123" sldId="276"/>
        </pc:sldMkLst>
      </pc:sldChg>
      <pc:sldChg chg="modSp mod">
        <pc:chgData name="Mathieu Éric" userId="876603ee-f650-40c1-9881-187c9e3f5540" providerId="ADAL" clId="{2493C416-A0E4-406D-81F0-2240FE309CAC}" dt="2023-08-21T21:37:36.721" v="236"/>
        <pc:sldMkLst>
          <pc:docMk/>
          <pc:sldMk cId="3744527121" sldId="277"/>
        </pc:sldMkLst>
      </pc:sldChg>
      <pc:sldChg chg="modSp mod">
        <pc:chgData name="Mathieu Éric" userId="876603ee-f650-40c1-9881-187c9e3f5540" providerId="ADAL" clId="{2493C416-A0E4-406D-81F0-2240FE309CAC}" dt="2023-08-21T21:37:36.721" v="236"/>
        <pc:sldMkLst>
          <pc:docMk/>
          <pc:sldMk cId="2310505159" sldId="278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4127174395" sldId="279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1015590901" sldId="280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3450238189" sldId="281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1686952854" sldId="282"/>
        </pc:sldMkLst>
      </pc:sldChg>
      <pc:sldChg chg="modSp mod">
        <pc:chgData name="Mathieu Éric" userId="876603ee-f650-40c1-9881-187c9e3f5540" providerId="ADAL" clId="{2493C416-A0E4-406D-81F0-2240FE309CAC}" dt="2023-08-21T21:37:36.721" v="236"/>
        <pc:sldMkLst>
          <pc:docMk/>
          <pc:sldMk cId="147291690" sldId="283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112152554" sldId="284"/>
        </pc:sldMkLst>
      </pc:sldChg>
      <pc:sldChg chg="modSp mod">
        <pc:chgData name="Mathieu Éric" userId="876603ee-f650-40c1-9881-187c9e3f5540" providerId="ADAL" clId="{2493C416-A0E4-406D-81F0-2240FE309CAC}" dt="2023-08-21T21:37:36.721" v="236"/>
        <pc:sldMkLst>
          <pc:docMk/>
          <pc:sldMk cId="2894799565" sldId="285"/>
        </pc:sldMkLst>
      </pc:sldChg>
      <pc:sldChg chg="modSp mod">
        <pc:chgData name="Mathieu Éric" userId="876603ee-f650-40c1-9881-187c9e3f5540" providerId="ADAL" clId="{2493C416-A0E4-406D-81F0-2240FE309CAC}" dt="2023-08-21T21:37:36.721" v="236"/>
        <pc:sldMkLst>
          <pc:docMk/>
          <pc:sldMk cId="1145953508" sldId="286"/>
        </pc:sldMkLst>
      </pc:sldChg>
      <pc:sldChg chg="modSp mod">
        <pc:chgData name="Mathieu Éric" userId="876603ee-f650-40c1-9881-187c9e3f5540" providerId="ADAL" clId="{2493C416-A0E4-406D-81F0-2240FE309CAC}" dt="2023-08-21T21:37:36.721" v="236"/>
        <pc:sldMkLst>
          <pc:docMk/>
          <pc:sldMk cId="339601490" sldId="287"/>
        </pc:sldMkLst>
      </pc:sldChg>
      <pc:sldChg chg="modSp mod">
        <pc:chgData name="Mathieu Éric" userId="876603ee-f650-40c1-9881-187c9e3f5540" providerId="ADAL" clId="{2493C416-A0E4-406D-81F0-2240FE309CAC}" dt="2023-08-21T21:37:36.721" v="236"/>
        <pc:sldMkLst>
          <pc:docMk/>
          <pc:sldMk cId="2115840496" sldId="288"/>
        </pc:sldMkLst>
      </pc:sldChg>
      <pc:sldChg chg="modSp mod">
        <pc:chgData name="Mathieu Éric" userId="876603ee-f650-40c1-9881-187c9e3f5540" providerId="ADAL" clId="{2493C416-A0E4-406D-81F0-2240FE309CAC}" dt="2023-08-21T21:37:36.721" v="236"/>
        <pc:sldMkLst>
          <pc:docMk/>
          <pc:sldMk cId="4269226613" sldId="289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3042163779" sldId="290"/>
        </pc:sldMkLst>
      </pc:sldChg>
      <pc:sldChg chg="modSp mod">
        <pc:chgData name="Mathieu Éric" userId="876603ee-f650-40c1-9881-187c9e3f5540" providerId="ADAL" clId="{2493C416-A0E4-406D-81F0-2240FE309CAC}" dt="2023-08-21T21:37:36.721" v="236"/>
        <pc:sldMkLst>
          <pc:docMk/>
          <pc:sldMk cId="3929104316" sldId="291"/>
        </pc:sldMkLst>
      </pc:sldChg>
      <pc:sldChg chg="modSp mod">
        <pc:chgData name="Mathieu Éric" userId="876603ee-f650-40c1-9881-187c9e3f5540" providerId="ADAL" clId="{2493C416-A0E4-406D-81F0-2240FE309CAC}" dt="2023-08-21T21:37:36.721" v="236"/>
        <pc:sldMkLst>
          <pc:docMk/>
          <pc:sldMk cId="196676411" sldId="292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1088826689" sldId="293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3338216796" sldId="294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4003534372" sldId="295"/>
        </pc:sldMkLst>
      </pc:sldChg>
      <pc:sldChg chg="modSp mod">
        <pc:chgData name="Mathieu Éric" userId="876603ee-f650-40c1-9881-187c9e3f5540" providerId="ADAL" clId="{2493C416-A0E4-406D-81F0-2240FE309CAC}" dt="2023-08-21T21:37:36.721" v="236"/>
        <pc:sldMkLst>
          <pc:docMk/>
          <pc:sldMk cId="1775083352" sldId="296"/>
        </pc:sldMkLst>
      </pc:sldChg>
      <pc:sldChg chg="modSp mod">
        <pc:chgData name="Mathieu Éric" userId="876603ee-f650-40c1-9881-187c9e3f5540" providerId="ADAL" clId="{2493C416-A0E4-406D-81F0-2240FE309CAC}" dt="2023-08-21T21:37:36.721" v="236"/>
        <pc:sldMkLst>
          <pc:docMk/>
          <pc:sldMk cId="578686924" sldId="297"/>
        </pc:sldMkLst>
      </pc:sldChg>
      <pc:sldChg chg="modSp mod">
        <pc:chgData name="Mathieu Éric" userId="876603ee-f650-40c1-9881-187c9e3f5540" providerId="ADAL" clId="{2493C416-A0E4-406D-81F0-2240FE309CAC}" dt="2023-08-21T21:37:36.721" v="236"/>
        <pc:sldMkLst>
          <pc:docMk/>
          <pc:sldMk cId="2112330234" sldId="298"/>
        </pc:sldMkLst>
      </pc:sldChg>
      <pc:sldChg chg="modSp mod">
        <pc:chgData name="Mathieu Éric" userId="876603ee-f650-40c1-9881-187c9e3f5540" providerId="ADAL" clId="{2493C416-A0E4-406D-81F0-2240FE309CAC}" dt="2023-08-21T21:37:36.721" v="236"/>
        <pc:sldMkLst>
          <pc:docMk/>
          <pc:sldMk cId="1100243001" sldId="299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3830846297" sldId="300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580405045" sldId="301"/>
        </pc:sldMkLst>
      </pc:sldChg>
      <pc:sldChg chg="modSp mod">
        <pc:chgData name="Mathieu Éric" userId="876603ee-f650-40c1-9881-187c9e3f5540" providerId="ADAL" clId="{2493C416-A0E4-406D-81F0-2240FE309CAC}" dt="2023-08-21T21:37:36.721" v="236"/>
        <pc:sldMkLst>
          <pc:docMk/>
          <pc:sldMk cId="1743848198" sldId="302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889775138" sldId="304"/>
        </pc:sldMkLst>
      </pc:sldChg>
      <pc:sldChg chg="modSp mod">
        <pc:chgData name="Mathieu Éric" userId="876603ee-f650-40c1-9881-187c9e3f5540" providerId="ADAL" clId="{2493C416-A0E4-406D-81F0-2240FE309CAC}" dt="2023-08-21T21:37:36.721" v="236"/>
        <pc:sldMkLst>
          <pc:docMk/>
          <pc:sldMk cId="1654889216" sldId="305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1911261038" sldId="306"/>
        </pc:sldMkLst>
      </pc:sldChg>
      <pc:sldChg chg="modSp mod">
        <pc:chgData name="Mathieu Éric" userId="876603ee-f650-40c1-9881-187c9e3f5540" providerId="ADAL" clId="{2493C416-A0E4-406D-81F0-2240FE309CAC}" dt="2023-08-21T21:37:36.721" v="236"/>
        <pc:sldMkLst>
          <pc:docMk/>
          <pc:sldMk cId="2256531308" sldId="307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1211443611" sldId="308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2521506974" sldId="309"/>
        </pc:sldMkLst>
      </pc:sldChg>
      <pc:sldChg chg="modSp mod">
        <pc:chgData name="Mathieu Éric" userId="876603ee-f650-40c1-9881-187c9e3f5540" providerId="ADAL" clId="{2493C416-A0E4-406D-81F0-2240FE309CAC}" dt="2023-08-21T21:37:36.721" v="236"/>
        <pc:sldMkLst>
          <pc:docMk/>
          <pc:sldMk cId="689654199" sldId="310"/>
        </pc:sldMkLst>
      </pc:sldChg>
      <pc:sldChg chg="modSp mod">
        <pc:chgData name="Mathieu Éric" userId="876603ee-f650-40c1-9881-187c9e3f5540" providerId="ADAL" clId="{2493C416-A0E4-406D-81F0-2240FE309CAC}" dt="2023-08-21T21:37:36.721" v="236"/>
        <pc:sldMkLst>
          <pc:docMk/>
          <pc:sldMk cId="1315455968" sldId="311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940702497" sldId="312"/>
        </pc:sldMkLst>
      </pc:sldChg>
      <pc:sldChg chg="modSp mod">
        <pc:chgData name="Mathieu Éric" userId="876603ee-f650-40c1-9881-187c9e3f5540" providerId="ADAL" clId="{2493C416-A0E4-406D-81F0-2240FE309CAC}" dt="2023-08-21T21:37:36.721" v="236"/>
        <pc:sldMkLst>
          <pc:docMk/>
          <pc:sldMk cId="1810342737" sldId="313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2780806995" sldId="314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237963385" sldId="315"/>
        </pc:sldMkLst>
      </pc:sldChg>
      <pc:sldChg chg="modSp mod">
        <pc:chgData name="Mathieu Éric" userId="876603ee-f650-40c1-9881-187c9e3f5540" providerId="ADAL" clId="{2493C416-A0E4-406D-81F0-2240FE309CAC}" dt="2023-08-21T21:37:36.721" v="236"/>
        <pc:sldMkLst>
          <pc:docMk/>
          <pc:sldMk cId="2114602105" sldId="316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3231353708" sldId="317"/>
        </pc:sldMkLst>
      </pc:sldChg>
      <pc:sldChg chg="modSp mod">
        <pc:chgData name="Mathieu Éric" userId="876603ee-f650-40c1-9881-187c9e3f5540" providerId="ADAL" clId="{2493C416-A0E4-406D-81F0-2240FE309CAC}" dt="2023-08-21T21:37:36.721" v="236"/>
        <pc:sldMkLst>
          <pc:docMk/>
          <pc:sldMk cId="3519582452" sldId="318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2249384250" sldId="319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3570737064" sldId="320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3541664714" sldId="321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3830101523" sldId="322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3633242060" sldId="323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3927863136" sldId="324"/>
        </pc:sldMkLst>
      </pc:sldChg>
      <pc:sldChg chg="modSp mod">
        <pc:chgData name="Mathieu Éric" userId="876603ee-f650-40c1-9881-187c9e3f5540" providerId="ADAL" clId="{2493C416-A0E4-406D-81F0-2240FE309CAC}" dt="2023-08-21T21:37:36.721" v="236"/>
        <pc:sldMkLst>
          <pc:docMk/>
          <pc:sldMk cId="1642250327" sldId="325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779457824" sldId="326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572597973" sldId="327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3227263039" sldId="328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2281340784" sldId="329"/>
        </pc:sldMkLst>
      </pc:sldChg>
      <pc:sldChg chg="modSp mod">
        <pc:chgData name="Mathieu Éric" userId="876603ee-f650-40c1-9881-187c9e3f5540" providerId="ADAL" clId="{2493C416-A0E4-406D-81F0-2240FE309CAC}" dt="2023-08-21T21:37:36.721" v="236"/>
        <pc:sldMkLst>
          <pc:docMk/>
          <pc:sldMk cId="4032099946" sldId="330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4244689920" sldId="331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2709171399" sldId="332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1602938534" sldId="333"/>
        </pc:sldMkLst>
      </pc:sldChg>
      <pc:sldChg chg="modSp mod">
        <pc:chgData name="Mathieu Éric" userId="876603ee-f650-40c1-9881-187c9e3f5540" providerId="ADAL" clId="{2493C416-A0E4-406D-81F0-2240FE309CAC}" dt="2023-08-21T21:37:36.721" v="236"/>
        <pc:sldMkLst>
          <pc:docMk/>
          <pc:sldMk cId="1933209194" sldId="334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3959702000" sldId="335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3656356942" sldId="336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56230102" sldId="337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2192961272" sldId="338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2484887184" sldId="339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2753671624" sldId="340"/>
        </pc:sldMkLst>
      </pc:sldChg>
      <pc:sldChg chg="modSp">
        <pc:chgData name="Mathieu Éric" userId="876603ee-f650-40c1-9881-187c9e3f5540" providerId="ADAL" clId="{2493C416-A0E4-406D-81F0-2240FE309CAC}" dt="2023-08-21T21:37:36.721" v="236"/>
        <pc:sldMkLst>
          <pc:docMk/>
          <pc:sldMk cId="1966759502" sldId="341"/>
        </pc:sldMkLst>
      </pc:sldChg>
      <pc:sldChg chg="modSp mod">
        <pc:chgData name="Mathieu Éric" userId="876603ee-f650-40c1-9881-187c9e3f5540" providerId="ADAL" clId="{2493C416-A0E4-406D-81F0-2240FE309CAC}" dt="2023-08-21T21:37:36.721" v="236"/>
        <pc:sldMkLst>
          <pc:docMk/>
          <pc:sldMk cId="46986087" sldId="342"/>
        </pc:sldMkLst>
      </pc:sldChg>
      <pc:sldMasterChg chg="modSldLayout">
        <pc:chgData name="Mathieu Éric" userId="876603ee-f650-40c1-9881-187c9e3f5540" providerId="ADAL" clId="{2493C416-A0E4-406D-81F0-2240FE309CAC}" dt="2023-08-21T16:57:30.100" v="178" actId="478"/>
        <pc:sldMasterMkLst>
          <pc:docMk/>
          <pc:sldMasterMk cId="3355918016" sldId="2147483648"/>
        </pc:sldMasterMkLst>
        <pc:sldLayoutChg chg="addSp delSp modSp mod">
          <pc:chgData name="Mathieu Éric" userId="876603ee-f650-40c1-9881-187c9e3f5540" providerId="ADAL" clId="{2493C416-A0E4-406D-81F0-2240FE309CAC}" dt="2023-08-21T16:57:30.100" v="178" actId="478"/>
          <pc:sldLayoutMkLst>
            <pc:docMk/>
            <pc:sldMasterMk cId="3355918016" sldId="2147483648"/>
            <pc:sldLayoutMk cId="1362642233" sldId="2147483661"/>
          </pc:sldLayoutMkLst>
        </pc:sldLayoutChg>
      </pc:sldMasterChg>
      <pc:sldMasterChg chg="modSldLayout">
        <pc:chgData name="Mathieu Éric" userId="876603ee-f650-40c1-9881-187c9e3f5540" providerId="ADAL" clId="{2493C416-A0E4-406D-81F0-2240FE309CAC}" dt="2023-08-21T21:37:26.935" v="179"/>
        <pc:sldMasterMkLst>
          <pc:docMk/>
          <pc:sldMasterMk cId="372414996" sldId="2147483664"/>
        </pc:sldMasterMkLst>
        <pc:sldLayoutChg chg="addSp">
          <pc:chgData name="Mathieu Éric" userId="876603ee-f650-40c1-9881-187c9e3f5540" providerId="ADAL" clId="{2493C416-A0E4-406D-81F0-2240FE309CAC}" dt="2023-08-21T21:37:26.935" v="179"/>
          <pc:sldLayoutMkLst>
            <pc:docMk/>
            <pc:sldMasterMk cId="372414996" sldId="2147483664"/>
            <pc:sldLayoutMk cId="2766576911" sldId="2147483665"/>
          </pc:sldLayoutMkLst>
        </pc:sldLayoutChg>
        <pc:sldLayoutChg chg="addSp">
          <pc:chgData name="Mathieu Éric" userId="876603ee-f650-40c1-9881-187c9e3f5540" providerId="ADAL" clId="{2493C416-A0E4-406D-81F0-2240FE309CAC}" dt="2023-08-21T21:37:26.935" v="179"/>
          <pc:sldLayoutMkLst>
            <pc:docMk/>
            <pc:sldMasterMk cId="372414996" sldId="2147483664"/>
            <pc:sldLayoutMk cId="3381668038" sldId="2147483666"/>
          </pc:sldLayoutMkLst>
        </pc:sldLayoutChg>
      </pc:sldMasterChg>
      <pc:sldMasterChg chg="modSldLayout">
        <pc:chgData name="Mathieu Éric" userId="876603ee-f650-40c1-9881-187c9e3f5540" providerId="ADAL" clId="{2493C416-A0E4-406D-81F0-2240FE309CAC}" dt="2023-08-21T16:57:02.941" v="131"/>
        <pc:sldMasterMkLst>
          <pc:docMk/>
          <pc:sldMasterMk cId="2423731129" sldId="2147483664"/>
        </pc:sldMasterMkLst>
        <pc:sldLayoutChg chg="addSp">
          <pc:chgData name="Mathieu Éric" userId="876603ee-f650-40c1-9881-187c9e3f5540" providerId="ADAL" clId="{2493C416-A0E4-406D-81F0-2240FE309CAC}" dt="2023-08-21T16:57:02.941" v="131"/>
          <pc:sldLayoutMkLst>
            <pc:docMk/>
            <pc:sldMasterMk cId="2423731129" sldId="2147483664"/>
            <pc:sldLayoutMk cId="2488200898" sldId="2147483665"/>
          </pc:sldLayoutMkLst>
        </pc:sldLayoutChg>
        <pc:sldLayoutChg chg="addSp">
          <pc:chgData name="Mathieu Éric" userId="876603ee-f650-40c1-9881-187c9e3f5540" providerId="ADAL" clId="{2493C416-A0E4-406D-81F0-2240FE309CAC}" dt="2023-08-21T16:57:02.941" v="131"/>
          <pc:sldLayoutMkLst>
            <pc:docMk/>
            <pc:sldMasterMk cId="2423731129" sldId="2147483664"/>
            <pc:sldLayoutMk cId="1891092132" sldId="2147483666"/>
          </pc:sldLayoutMkLst>
        </pc:sldLayoutChg>
      </pc:sldMasterChg>
      <pc:sldMasterChg chg="modSldLayout">
        <pc:chgData name="Mathieu Éric" userId="876603ee-f650-40c1-9881-187c9e3f5540" providerId="ADAL" clId="{2493C416-A0E4-406D-81F0-2240FE309CAC}" dt="2023-08-21T16:55:23.569" v="24"/>
        <pc:sldMasterMkLst>
          <pc:docMk/>
          <pc:sldMasterMk cId="2786845394" sldId="2147483664"/>
        </pc:sldMasterMkLst>
        <pc:sldLayoutChg chg="addSp">
          <pc:chgData name="Mathieu Éric" userId="876603ee-f650-40c1-9881-187c9e3f5540" providerId="ADAL" clId="{2493C416-A0E4-406D-81F0-2240FE309CAC}" dt="2023-08-21T16:55:23.569" v="24"/>
          <pc:sldLayoutMkLst>
            <pc:docMk/>
            <pc:sldMasterMk cId="2786845394" sldId="2147483664"/>
            <pc:sldLayoutMk cId="78703398" sldId="2147483665"/>
          </pc:sldLayoutMkLst>
        </pc:sldLayoutChg>
        <pc:sldLayoutChg chg="addSp">
          <pc:chgData name="Mathieu Éric" userId="876603ee-f650-40c1-9881-187c9e3f5540" providerId="ADAL" clId="{2493C416-A0E4-406D-81F0-2240FE309CAC}" dt="2023-08-21T16:55:23.569" v="24"/>
          <pc:sldLayoutMkLst>
            <pc:docMk/>
            <pc:sldMasterMk cId="2786845394" sldId="2147483664"/>
            <pc:sldLayoutMk cId="2243369837" sldId="2147483666"/>
          </pc:sldLayoutMkLst>
        </pc:sldLayoutChg>
      </pc:sldMasterChg>
      <pc:sldMasterChg chg="modSldLayout">
        <pc:chgData name="Mathieu Éric" userId="876603ee-f650-40c1-9881-187c9e3f5540" providerId="ADAL" clId="{2493C416-A0E4-406D-81F0-2240FE309CAC}" dt="2023-08-21T21:37:34.078" v="213"/>
        <pc:sldMasterMkLst>
          <pc:docMk/>
          <pc:sldMasterMk cId="3780709212" sldId="2147483664"/>
        </pc:sldMasterMkLst>
        <pc:sldLayoutChg chg="addSp">
          <pc:chgData name="Mathieu Éric" userId="876603ee-f650-40c1-9881-187c9e3f5540" providerId="ADAL" clId="{2493C416-A0E4-406D-81F0-2240FE309CAC}" dt="2023-08-21T21:37:34.078" v="213"/>
          <pc:sldLayoutMkLst>
            <pc:docMk/>
            <pc:sldMasterMk cId="3780709212" sldId="2147483664"/>
            <pc:sldLayoutMk cId="2757035948" sldId="2147483665"/>
          </pc:sldLayoutMkLst>
        </pc:sldLayoutChg>
        <pc:sldLayoutChg chg="addSp">
          <pc:chgData name="Mathieu Éric" userId="876603ee-f650-40c1-9881-187c9e3f5540" providerId="ADAL" clId="{2493C416-A0E4-406D-81F0-2240FE309CAC}" dt="2023-08-21T21:37:34.078" v="213"/>
          <pc:sldLayoutMkLst>
            <pc:docMk/>
            <pc:sldMasterMk cId="3780709212" sldId="2147483664"/>
            <pc:sldLayoutMk cId="13208374" sldId="2147483666"/>
          </pc:sldLayoutMkLst>
        </pc:sldLayoutChg>
      </pc:sldMasterChg>
      <pc:sldMasterChg chg="modSldLayout">
        <pc:chgData name="Mathieu Éric" userId="876603ee-f650-40c1-9881-187c9e3f5540" providerId="ADAL" clId="{2493C416-A0E4-406D-81F0-2240FE309CAC}" dt="2023-08-21T16:55:24.910" v="46"/>
        <pc:sldMasterMkLst>
          <pc:docMk/>
          <pc:sldMasterMk cId="383471515" sldId="2147483676"/>
        </pc:sldMasterMkLst>
        <pc:sldLayoutChg chg="addSp">
          <pc:chgData name="Mathieu Éric" userId="876603ee-f650-40c1-9881-187c9e3f5540" providerId="ADAL" clId="{2493C416-A0E4-406D-81F0-2240FE309CAC}" dt="2023-08-21T16:55:24.910" v="46"/>
          <pc:sldLayoutMkLst>
            <pc:docMk/>
            <pc:sldMasterMk cId="383471515" sldId="2147483676"/>
            <pc:sldLayoutMk cId="3540900367" sldId="2147483677"/>
          </pc:sldLayoutMkLst>
        </pc:sldLayoutChg>
        <pc:sldLayoutChg chg="addSp">
          <pc:chgData name="Mathieu Éric" userId="876603ee-f650-40c1-9881-187c9e3f5540" providerId="ADAL" clId="{2493C416-A0E4-406D-81F0-2240FE309CAC}" dt="2023-08-21T16:55:24.910" v="46"/>
          <pc:sldLayoutMkLst>
            <pc:docMk/>
            <pc:sldMasterMk cId="383471515" sldId="2147483676"/>
            <pc:sldLayoutMk cId="1012529395" sldId="2147483678"/>
          </pc:sldLayoutMkLst>
        </pc:sldLayoutChg>
      </pc:sldMasterChg>
      <pc:sldMasterChg chg="modSldLayout">
        <pc:chgData name="Mathieu Éric" userId="876603ee-f650-40c1-9881-187c9e3f5540" providerId="ADAL" clId="{2493C416-A0E4-406D-81F0-2240FE309CAC}" dt="2023-08-21T16:57:06.796" v="153"/>
        <pc:sldMasterMkLst>
          <pc:docMk/>
          <pc:sldMasterMk cId="2479986717" sldId="2147483676"/>
        </pc:sldMasterMkLst>
        <pc:sldLayoutChg chg="addSp">
          <pc:chgData name="Mathieu Éric" userId="876603ee-f650-40c1-9881-187c9e3f5540" providerId="ADAL" clId="{2493C416-A0E4-406D-81F0-2240FE309CAC}" dt="2023-08-21T16:57:06.796" v="153"/>
          <pc:sldLayoutMkLst>
            <pc:docMk/>
            <pc:sldMasterMk cId="2479986717" sldId="2147483676"/>
            <pc:sldLayoutMk cId="24309955" sldId="2147483677"/>
          </pc:sldLayoutMkLst>
        </pc:sldLayoutChg>
        <pc:sldLayoutChg chg="addSp">
          <pc:chgData name="Mathieu Éric" userId="876603ee-f650-40c1-9881-187c9e3f5540" providerId="ADAL" clId="{2493C416-A0E4-406D-81F0-2240FE309CAC}" dt="2023-08-21T16:57:06.796" v="153"/>
          <pc:sldLayoutMkLst>
            <pc:docMk/>
            <pc:sldMasterMk cId="2479986717" sldId="2147483676"/>
            <pc:sldLayoutMk cId="3001620842" sldId="2147483678"/>
          </pc:sldLayoutMkLst>
        </pc:sldLayoutChg>
      </pc:sldMasterChg>
      <pc:sldMasterChg chg="modSldLayout">
        <pc:chgData name="Mathieu Éric" userId="876603ee-f650-40c1-9881-187c9e3f5540" providerId="ADAL" clId="{2493C416-A0E4-406D-81F0-2240FE309CAC}" dt="2023-08-21T16:55:26.215" v="74"/>
        <pc:sldMasterMkLst>
          <pc:docMk/>
          <pc:sldMasterMk cId="3768260206" sldId="2147483693"/>
        </pc:sldMasterMkLst>
        <pc:sldLayoutChg chg="addSp">
          <pc:chgData name="Mathieu Éric" userId="876603ee-f650-40c1-9881-187c9e3f5540" providerId="ADAL" clId="{2493C416-A0E4-406D-81F0-2240FE309CAC}" dt="2023-08-21T16:55:26.215" v="74"/>
          <pc:sldLayoutMkLst>
            <pc:docMk/>
            <pc:sldMasterMk cId="3768260206" sldId="2147483693"/>
            <pc:sldLayoutMk cId="1717253042" sldId="2147483694"/>
          </pc:sldLayoutMkLst>
        </pc:sldLayoutChg>
        <pc:sldLayoutChg chg="addSp">
          <pc:chgData name="Mathieu Éric" userId="876603ee-f650-40c1-9881-187c9e3f5540" providerId="ADAL" clId="{2493C416-A0E4-406D-81F0-2240FE309CAC}" dt="2023-08-21T16:55:26.215" v="74"/>
          <pc:sldLayoutMkLst>
            <pc:docMk/>
            <pc:sldMasterMk cId="3768260206" sldId="2147483693"/>
            <pc:sldLayoutMk cId="2861612255" sldId="2147483695"/>
          </pc:sldLayoutMkLst>
        </pc:sldLayoutChg>
      </pc:sldMasterChg>
      <pc:sldMasterChg chg="modSldLayout">
        <pc:chgData name="Mathieu Éric" userId="876603ee-f650-40c1-9881-187c9e3f5540" providerId="ADAL" clId="{2493C416-A0E4-406D-81F0-2240FE309CAC}" dt="2023-08-21T16:55:57.267" v="89"/>
        <pc:sldMasterMkLst>
          <pc:docMk/>
          <pc:sldMasterMk cId="2672012382" sldId="2147483710"/>
        </pc:sldMasterMkLst>
        <pc:sldLayoutChg chg="addSp">
          <pc:chgData name="Mathieu Éric" userId="876603ee-f650-40c1-9881-187c9e3f5540" providerId="ADAL" clId="{2493C416-A0E4-406D-81F0-2240FE309CAC}" dt="2023-08-21T16:55:57.267" v="89"/>
          <pc:sldLayoutMkLst>
            <pc:docMk/>
            <pc:sldMasterMk cId="2672012382" sldId="2147483710"/>
            <pc:sldLayoutMk cId="3909863285" sldId="2147483711"/>
          </pc:sldLayoutMkLst>
        </pc:sldLayoutChg>
        <pc:sldLayoutChg chg="addSp">
          <pc:chgData name="Mathieu Éric" userId="876603ee-f650-40c1-9881-187c9e3f5540" providerId="ADAL" clId="{2493C416-A0E4-406D-81F0-2240FE309CAC}" dt="2023-08-21T16:55:57.267" v="89"/>
          <pc:sldLayoutMkLst>
            <pc:docMk/>
            <pc:sldMasterMk cId="2672012382" sldId="2147483710"/>
            <pc:sldLayoutMk cId="3731753189" sldId="2147483712"/>
          </pc:sldLayoutMkLst>
        </pc:sldLayoutChg>
      </pc:sldMasterChg>
    </pc:docChg>
  </pc:docChgLst>
  <pc:docChgLst>
    <pc:chgData name="Chantal" userId="30d58454-a0de-4157-a9e7-ac2bfebecc09" providerId="ADAL" clId="{E3E37812-4D76-4C7A-86D2-5A72194F94B8}"/>
    <pc:docChg chg="custSel modSld">
      <pc:chgData name="Chantal" userId="30d58454-a0de-4157-a9e7-ac2bfebecc09" providerId="ADAL" clId="{E3E37812-4D76-4C7A-86D2-5A72194F94B8}" dt="2023-01-21T21:12:19.684" v="223" actId="11529"/>
      <pc:docMkLst>
        <pc:docMk/>
      </pc:docMkLst>
      <pc:sldChg chg="modSp mod">
        <pc:chgData name="Chantal" userId="30d58454-a0de-4157-a9e7-ac2bfebecc09" providerId="ADAL" clId="{E3E37812-4D76-4C7A-86D2-5A72194F94B8}" dt="2023-01-21T20:53:42.695" v="0" actId="14100"/>
        <pc:sldMkLst>
          <pc:docMk/>
          <pc:sldMk cId="2643111235" sldId="261"/>
        </pc:sldMkLst>
      </pc:sldChg>
      <pc:sldChg chg="modSp mod">
        <pc:chgData name="Chantal" userId="30d58454-a0de-4157-a9e7-ac2bfebecc09" providerId="ADAL" clId="{E3E37812-4D76-4C7A-86D2-5A72194F94B8}" dt="2023-01-21T20:54:11.564" v="3" actId="20577"/>
        <pc:sldMkLst>
          <pc:docMk/>
          <pc:sldMk cId="1870217021" sldId="263"/>
        </pc:sldMkLst>
      </pc:sldChg>
      <pc:sldChg chg="modSp mod">
        <pc:chgData name="Chantal" userId="30d58454-a0de-4157-a9e7-ac2bfebecc09" providerId="ADAL" clId="{E3E37812-4D76-4C7A-86D2-5A72194F94B8}" dt="2023-01-21T20:57:18.186" v="42" actId="20577"/>
        <pc:sldMkLst>
          <pc:docMk/>
          <pc:sldMk cId="1817325067" sldId="271"/>
        </pc:sldMkLst>
      </pc:sldChg>
      <pc:sldChg chg="modSp mod">
        <pc:chgData name="Chantal" userId="30d58454-a0de-4157-a9e7-ac2bfebecc09" providerId="ADAL" clId="{E3E37812-4D76-4C7A-86D2-5A72194F94B8}" dt="2023-01-21T20:57:39.612" v="44" actId="113"/>
        <pc:sldMkLst>
          <pc:docMk/>
          <pc:sldMk cId="258917546" sldId="272"/>
        </pc:sldMkLst>
      </pc:sldChg>
      <pc:sldChg chg="modSp mod">
        <pc:chgData name="Chantal" userId="30d58454-a0de-4157-a9e7-ac2bfebecc09" providerId="ADAL" clId="{E3E37812-4D76-4C7A-86D2-5A72194F94B8}" dt="2023-01-21T20:58:31.461" v="68" actId="113"/>
        <pc:sldMkLst>
          <pc:docMk/>
          <pc:sldMk cId="3985466174" sldId="274"/>
        </pc:sldMkLst>
      </pc:sldChg>
      <pc:sldChg chg="modSp mod">
        <pc:chgData name="Chantal" userId="30d58454-a0de-4157-a9e7-ac2bfebecc09" providerId="ADAL" clId="{E3E37812-4D76-4C7A-86D2-5A72194F94B8}" dt="2023-01-21T20:59:36.188" v="88" actId="20577"/>
        <pc:sldMkLst>
          <pc:docMk/>
          <pc:sldMk cId="2310505159" sldId="278"/>
        </pc:sldMkLst>
      </pc:sldChg>
      <pc:sldChg chg="modSp mod">
        <pc:chgData name="Chantal" userId="30d58454-a0de-4157-a9e7-ac2bfebecc09" providerId="ADAL" clId="{E3E37812-4D76-4C7A-86D2-5A72194F94B8}" dt="2023-01-21T21:00:09.059" v="99" actId="113"/>
        <pc:sldMkLst>
          <pc:docMk/>
          <pc:sldMk cId="1015590901" sldId="280"/>
        </pc:sldMkLst>
      </pc:sldChg>
      <pc:sldChg chg="modSp mod">
        <pc:chgData name="Chantal" userId="30d58454-a0de-4157-a9e7-ac2bfebecc09" providerId="ADAL" clId="{E3E37812-4D76-4C7A-86D2-5A72194F94B8}" dt="2023-01-21T21:00:52.547" v="123" actId="20577"/>
        <pc:sldMkLst>
          <pc:docMk/>
          <pc:sldMk cId="147291690" sldId="283"/>
        </pc:sldMkLst>
      </pc:sldChg>
      <pc:sldChg chg="modSp mod">
        <pc:chgData name="Chantal" userId="30d58454-a0de-4157-a9e7-ac2bfebecc09" providerId="ADAL" clId="{E3E37812-4D76-4C7A-86D2-5A72194F94B8}" dt="2023-01-21T21:01:46.884" v="125" actId="27636"/>
        <pc:sldMkLst>
          <pc:docMk/>
          <pc:sldMk cId="2115840496" sldId="288"/>
        </pc:sldMkLst>
      </pc:sldChg>
      <pc:sldChg chg="modSp mod">
        <pc:chgData name="Chantal" userId="30d58454-a0de-4157-a9e7-ac2bfebecc09" providerId="ADAL" clId="{E3E37812-4D76-4C7A-86D2-5A72194F94B8}" dt="2023-01-21T20:58:05.196" v="53" actId="20577"/>
        <pc:sldMkLst>
          <pc:docMk/>
          <pc:sldMk cId="4269226613" sldId="289"/>
        </pc:sldMkLst>
      </pc:sldChg>
      <pc:sldChg chg="modSp mod">
        <pc:chgData name="Chantal" userId="30d58454-a0de-4157-a9e7-ac2bfebecc09" providerId="ADAL" clId="{E3E37812-4D76-4C7A-86D2-5A72194F94B8}" dt="2023-01-21T21:02:50.037" v="129" actId="113"/>
        <pc:sldMkLst>
          <pc:docMk/>
          <pc:sldMk cId="3929104316" sldId="291"/>
        </pc:sldMkLst>
      </pc:sldChg>
      <pc:sldChg chg="modSp mod">
        <pc:chgData name="Chantal" userId="30d58454-a0de-4157-a9e7-ac2bfebecc09" providerId="ADAL" clId="{E3E37812-4D76-4C7A-86D2-5A72194F94B8}" dt="2023-01-21T21:03:41.817" v="139" actId="20577"/>
        <pc:sldMkLst>
          <pc:docMk/>
          <pc:sldMk cId="1775083352" sldId="296"/>
        </pc:sldMkLst>
      </pc:sldChg>
      <pc:sldChg chg="modSp mod">
        <pc:chgData name="Chantal" userId="30d58454-a0de-4157-a9e7-ac2bfebecc09" providerId="ADAL" clId="{E3E37812-4D76-4C7A-86D2-5A72194F94B8}" dt="2023-01-21T21:04:47.672" v="140" actId="313"/>
        <pc:sldMkLst>
          <pc:docMk/>
          <pc:sldMk cId="1100243001" sldId="299"/>
        </pc:sldMkLst>
      </pc:sldChg>
      <pc:sldChg chg="modSp mod">
        <pc:chgData name="Chantal" userId="30d58454-a0de-4157-a9e7-ac2bfebecc09" providerId="ADAL" clId="{E3E37812-4D76-4C7A-86D2-5A72194F94B8}" dt="2023-01-21T21:05:06.043" v="141" actId="6549"/>
        <pc:sldMkLst>
          <pc:docMk/>
          <pc:sldMk cId="3830846297" sldId="300"/>
        </pc:sldMkLst>
      </pc:sldChg>
      <pc:sldChg chg="modSp mod">
        <pc:chgData name="Chantal" userId="30d58454-a0de-4157-a9e7-ac2bfebecc09" providerId="ADAL" clId="{E3E37812-4D76-4C7A-86D2-5A72194F94B8}" dt="2023-01-21T21:06:11.306" v="151" actId="108"/>
        <pc:sldMkLst>
          <pc:docMk/>
          <pc:sldMk cId="1654889216" sldId="305"/>
        </pc:sldMkLst>
      </pc:sldChg>
      <pc:sldChg chg="addSp modSp mod">
        <pc:chgData name="Chantal" userId="30d58454-a0de-4157-a9e7-ac2bfebecc09" providerId="ADAL" clId="{E3E37812-4D76-4C7A-86D2-5A72194F94B8}" dt="2023-01-21T21:07:22.251" v="160" actId="1038"/>
        <pc:sldMkLst>
          <pc:docMk/>
          <pc:sldMk cId="1211443611" sldId="308"/>
        </pc:sldMkLst>
      </pc:sldChg>
      <pc:sldChg chg="addSp modSp mod">
        <pc:chgData name="Chantal" userId="30d58454-a0de-4157-a9e7-ac2bfebecc09" providerId="ADAL" clId="{E3E37812-4D76-4C7A-86D2-5A72194F94B8}" dt="2023-01-21T21:08:01.251" v="162" actId="1076"/>
        <pc:sldMkLst>
          <pc:docMk/>
          <pc:sldMk cId="689654199" sldId="310"/>
        </pc:sldMkLst>
      </pc:sldChg>
      <pc:sldChg chg="addSp modSp mod">
        <pc:chgData name="Chantal" userId="30d58454-a0de-4157-a9e7-ac2bfebecc09" providerId="ADAL" clId="{E3E37812-4D76-4C7A-86D2-5A72194F94B8}" dt="2023-01-21T21:08:23.107" v="164" actId="1076"/>
        <pc:sldMkLst>
          <pc:docMk/>
          <pc:sldMk cId="1315455968" sldId="311"/>
        </pc:sldMkLst>
      </pc:sldChg>
      <pc:sldChg chg="modSp mod">
        <pc:chgData name="Chantal" userId="30d58454-a0de-4157-a9e7-ac2bfebecc09" providerId="ADAL" clId="{E3E37812-4D76-4C7A-86D2-5A72194F94B8}" dt="2023-01-21T21:09:02.027" v="176" actId="6549"/>
        <pc:sldMkLst>
          <pc:docMk/>
          <pc:sldMk cId="940702497" sldId="312"/>
        </pc:sldMkLst>
      </pc:sldChg>
      <pc:sldChg chg="modSp mod">
        <pc:chgData name="Chantal" userId="30d58454-a0de-4157-a9e7-ac2bfebecc09" providerId="ADAL" clId="{E3E37812-4D76-4C7A-86D2-5A72194F94B8}" dt="2023-01-21T21:11:32.992" v="197" actId="20577"/>
        <pc:sldMkLst>
          <pc:docMk/>
          <pc:sldMk cId="3519582452" sldId="318"/>
        </pc:sldMkLst>
      </pc:sldChg>
      <pc:sldChg chg="addSp modSp mod">
        <pc:chgData name="Chantal" userId="30d58454-a0de-4157-a9e7-ac2bfebecc09" providerId="ADAL" clId="{E3E37812-4D76-4C7A-86D2-5A72194F94B8}" dt="2023-01-21T21:12:19.684" v="223" actId="11529"/>
        <pc:sldMkLst>
          <pc:docMk/>
          <pc:sldMk cId="3570737064" sldId="320"/>
        </pc:sldMkLst>
      </pc:sldChg>
      <pc:sldChg chg="modSp mod">
        <pc:chgData name="Chantal" userId="30d58454-a0de-4157-a9e7-ac2bfebecc09" providerId="ADAL" clId="{E3E37812-4D76-4C7A-86D2-5A72194F94B8}" dt="2023-01-21T20:56:30.773" v="36" actId="20577"/>
        <pc:sldMkLst>
          <pc:docMk/>
          <pc:sldMk cId="1602938534" sldId="333"/>
        </pc:sldMkLst>
      </pc:sldChg>
      <pc:sldChg chg="modSp mod">
        <pc:chgData name="Chantal" userId="30d58454-a0de-4157-a9e7-ac2bfebecc09" providerId="ADAL" clId="{E3E37812-4D76-4C7A-86D2-5A72194F94B8}" dt="2023-01-21T20:56:52.631" v="37" actId="6549"/>
        <pc:sldMkLst>
          <pc:docMk/>
          <pc:sldMk cId="1933209194" sldId="334"/>
        </pc:sldMkLst>
      </pc:sldChg>
      <pc:sldChg chg="modSp mod">
        <pc:chgData name="Chantal" userId="30d58454-a0de-4157-a9e7-ac2bfebecc09" providerId="ADAL" clId="{E3E37812-4D76-4C7A-86D2-5A72194F94B8}" dt="2023-01-21T21:10:45.442" v="191" actId="20577"/>
        <pc:sldMkLst>
          <pc:docMk/>
          <pc:sldMk cId="46986087" sldId="34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1B545874-7AF0-4FA4-93FA-F916D5A1F6A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74F0619-B114-4096-844B-18B42D98138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C1663D-222C-466F-8170-D4B8A18CD58A}" type="datetimeFigureOut">
              <a:rPr lang="fr-CA" smtClean="0"/>
              <a:t>2025-08-25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2812935-E5E8-4FFA-8A8A-11EED2DC8A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32DAC10-18E4-4753-9AC7-92308939336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B891A4-F06C-4315-877D-053B652B527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778071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27CE56-D3DB-47CB-A3DF-9925A438F2F3}" type="datetimeFigureOut">
              <a:rPr lang="fr-CA" smtClean="0"/>
              <a:t>2025-08-25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E3EF0A-0CCB-427A-8A95-17E1B6BB1EE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689161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3EF0A-0CCB-427A-8A95-17E1B6BB1EE3}" type="slidenum">
              <a:rPr lang="fr-CA" smtClean="0"/>
              <a:t>21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75232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3EF0A-0CCB-427A-8A95-17E1B6BB1EE3}" type="slidenum">
              <a:rPr lang="fr-CA" smtClean="0"/>
              <a:t>41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675879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3EF0A-0CCB-427A-8A95-17E1B6BB1EE3}" type="slidenum">
              <a:rPr lang="fr-CA" smtClean="0"/>
              <a:t>42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83150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3EF0A-0CCB-427A-8A95-17E1B6BB1EE3}" type="slidenum">
              <a:rPr lang="fr-CA" smtClean="0"/>
              <a:t>43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068614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3EF0A-0CCB-427A-8A95-17E1B6BB1EE3}" type="slidenum">
              <a:rPr lang="fr-CA" smtClean="0"/>
              <a:t>44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03911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429E3009-C96B-431A-A9B8-151F3BBD4A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79" y="4301365"/>
            <a:ext cx="12192000" cy="36195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37500BF-05C0-4D55-A403-614DA4CD024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2094740"/>
            <a:ext cx="12192000" cy="20897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5FF1AD6-176C-4A10-B79F-84B8D88B2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1225" y="2210305"/>
            <a:ext cx="11511751" cy="1299658"/>
          </a:xfrm>
        </p:spPr>
        <p:txBody>
          <a:bodyPr anchor="b"/>
          <a:lstStyle>
            <a:lvl1pPr algn="ctr">
              <a:defRPr sz="4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EEE2F0E-41A9-42D8-BD88-4956C11EE9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225" y="3602038"/>
            <a:ext cx="11511751" cy="53395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10ACFD9-C0B7-4A48-9E31-8BF1F314D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C2338-275E-4F7B-B625-54BF9605EB2A}" type="datetime1">
              <a:rPr lang="fr-CA" smtClean="0"/>
              <a:t>2025-08-25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B50282-5BCA-4D3A-94AF-2C84912DE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853C81-8819-40DC-9094-805DB99E6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0F84C-9946-46E9-9DDA-3085C065CD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40707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19">
            <a:extLst>
              <a:ext uri="{FF2B5EF4-FFF2-40B4-BE49-F238E27FC236}">
                <a16:creationId xmlns:a16="http://schemas.microsoft.com/office/drawing/2014/main" id="{06923111-8203-4B79-BEAD-E031C2DFE8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440" y="899733"/>
            <a:ext cx="1543050" cy="211455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14CFABC3-E156-4CA3-8D85-1326B76A0DF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300579"/>
            <a:ext cx="12192000" cy="53644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1BEC3A97-691A-4C01-A868-CF93D6CB5D3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24224"/>
            <a:ext cx="12192000" cy="835152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8AE2ABD-74EB-4C40-A423-2793F7423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5" y="136524"/>
            <a:ext cx="5355449" cy="608317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A42597-091B-49A8-BF65-49B9DFF97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9457"/>
            <a:ext cx="10515600" cy="5147506"/>
          </a:xfrm>
        </p:spPr>
        <p:txBody>
          <a:bodyPr/>
          <a:lstStyle>
            <a:lvl1pPr>
              <a:buFont typeface="Symbol" panose="05050102010706020507" pitchFamily="18" charset="2"/>
              <a:buChar char=""/>
              <a:defRPr>
                <a:solidFill>
                  <a:srgbClr val="B681AE"/>
                </a:solidFill>
              </a:defRPr>
            </a:lvl1pPr>
            <a:lvl2pPr>
              <a:buFont typeface="Courier New" panose="02070309020205020404" pitchFamily="49" charset="0"/>
              <a:buChar char="o"/>
              <a:defRPr>
                <a:solidFill>
                  <a:srgbClr val="B681AE"/>
                </a:solidFill>
              </a:defRPr>
            </a:lvl2pPr>
            <a:lvl3pPr>
              <a:buFont typeface="Arial" panose="020B0604020202020204" pitchFamily="34" charset="0"/>
              <a:buChar char="•"/>
              <a:defRPr>
                <a:solidFill>
                  <a:srgbClr val="B681AE"/>
                </a:solidFill>
              </a:defRPr>
            </a:lvl3pPr>
            <a:lvl4pPr>
              <a:buFont typeface="Symbol" panose="05050102010706020507" pitchFamily="18" charset="2"/>
              <a:buChar char=""/>
              <a:defRPr>
                <a:solidFill>
                  <a:srgbClr val="B681AE"/>
                </a:solidFill>
              </a:defRPr>
            </a:lvl4pPr>
            <a:lvl5pPr>
              <a:buFont typeface="Symbol" panose="05050102010706020507" pitchFamily="18" charset="2"/>
              <a:buChar char=""/>
              <a:defRPr>
                <a:solidFill>
                  <a:srgbClr val="B681AE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6F0D96-2FC6-41FE-8F4D-3BD0C8959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E399-9357-4757-904A-82D82D2BC389}" type="datetime1">
              <a:rPr lang="fr-CA" smtClean="0"/>
              <a:t>2025-08-25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215AF6-EA85-4630-AD21-146CDDD50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47F81B4-34C2-4D55-8917-1F268458A624}"/>
              </a:ext>
            </a:extLst>
          </p:cNvPr>
          <p:cNvSpPr txBox="1"/>
          <p:nvPr userDrawn="1"/>
        </p:nvSpPr>
        <p:spPr>
          <a:xfrm>
            <a:off x="10112901" y="6430304"/>
            <a:ext cx="20286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200">
                <a:solidFill>
                  <a:schemeClr val="bg1"/>
                </a:solidFill>
              </a:rPr>
              <a:t>Programmation Web serveur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440532DC-AA6C-4921-B626-981D8BA9B57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822468" y="264683"/>
            <a:ext cx="239365" cy="35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719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70DCDD8F-D46A-4666-B8B8-35A7C25CC3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297944"/>
            <a:ext cx="12192000" cy="5334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EB0A035-BA97-42C7-8BBD-00562D4D6CB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6936"/>
            <a:ext cx="12192000" cy="8382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8AE2ABD-74EB-4C40-A423-2793F7423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5" y="136524"/>
            <a:ext cx="5355449" cy="608317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A42597-091B-49A8-BF65-49B9DFF97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9457"/>
            <a:ext cx="10515600" cy="5147506"/>
          </a:xfrm>
        </p:spPr>
        <p:txBody>
          <a:bodyPr/>
          <a:lstStyle>
            <a:lvl1pPr>
              <a:buFont typeface="Symbol" panose="05050102010706020507" pitchFamily="18" charset="2"/>
              <a:buChar char=""/>
              <a:defRPr>
                <a:solidFill>
                  <a:srgbClr val="A785B8"/>
                </a:solidFill>
              </a:defRPr>
            </a:lvl1pPr>
            <a:lvl2pPr>
              <a:buFont typeface="Courier New" panose="02070309020205020404" pitchFamily="49" charset="0"/>
              <a:buChar char="o"/>
              <a:defRPr>
                <a:solidFill>
                  <a:srgbClr val="A785B8"/>
                </a:solidFill>
              </a:defRPr>
            </a:lvl2pPr>
            <a:lvl3pPr>
              <a:buFont typeface="Arial" panose="020B0604020202020204" pitchFamily="34" charset="0"/>
              <a:buChar char="•"/>
              <a:defRPr>
                <a:solidFill>
                  <a:srgbClr val="A785B8"/>
                </a:solidFill>
              </a:defRPr>
            </a:lvl3pPr>
            <a:lvl4pPr>
              <a:buFont typeface="Symbol" panose="05050102010706020507" pitchFamily="18" charset="2"/>
              <a:buChar char=""/>
              <a:defRPr>
                <a:solidFill>
                  <a:srgbClr val="A785B8"/>
                </a:solidFill>
              </a:defRPr>
            </a:lvl4pPr>
            <a:lvl5pPr>
              <a:buFont typeface="Symbol" panose="05050102010706020507" pitchFamily="18" charset="2"/>
              <a:buChar char=""/>
              <a:defRPr>
                <a:solidFill>
                  <a:srgbClr val="A785B8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6F0D96-2FC6-41FE-8F4D-3BD0C8959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FB701-9F0B-4712-B7AE-E3B39BB22A99}" type="datetime1">
              <a:rPr lang="fr-CA" smtClean="0"/>
              <a:t>2025-08-25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215AF6-EA85-4630-AD21-146CDDD50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47F81B4-34C2-4D55-8917-1F268458A624}"/>
              </a:ext>
            </a:extLst>
          </p:cNvPr>
          <p:cNvSpPr txBox="1"/>
          <p:nvPr userDrawn="1"/>
        </p:nvSpPr>
        <p:spPr>
          <a:xfrm>
            <a:off x="10106845" y="6430304"/>
            <a:ext cx="20346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200">
                <a:solidFill>
                  <a:schemeClr val="bg1"/>
                </a:solidFill>
              </a:rPr>
              <a:t>Programmation Web serveur</a:t>
            </a:r>
          </a:p>
        </p:txBody>
      </p:sp>
    </p:spTree>
    <p:extLst>
      <p:ext uri="{BB962C8B-B14F-4D97-AF65-F5344CB8AC3E}">
        <p14:creationId xmlns:p14="http://schemas.microsoft.com/office/powerpoint/2010/main" val="1955240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3D8225C7-A1A5-4DEB-AAE2-E70409CE0B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4224"/>
            <a:ext cx="12192000" cy="8382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E676564-779F-401F-9DFB-C95638229F8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303121"/>
            <a:ext cx="12192000" cy="5334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8AE2ABD-74EB-4C40-A423-2793F7423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5" y="136524"/>
            <a:ext cx="5355449" cy="608317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A42597-091B-49A8-BF65-49B9DFF97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9457"/>
            <a:ext cx="10515600" cy="5147506"/>
          </a:xfrm>
        </p:spPr>
        <p:txBody>
          <a:bodyPr/>
          <a:lstStyle>
            <a:lvl1pPr>
              <a:buFont typeface="Symbol" panose="05050102010706020507" pitchFamily="18" charset="2"/>
              <a:buChar char=""/>
              <a:defRPr>
                <a:solidFill>
                  <a:srgbClr val="8080BB"/>
                </a:solidFill>
              </a:defRPr>
            </a:lvl1pPr>
            <a:lvl2pPr>
              <a:buFont typeface="Courier New" panose="02070309020205020404" pitchFamily="49" charset="0"/>
              <a:buChar char="o"/>
              <a:defRPr>
                <a:solidFill>
                  <a:srgbClr val="8080BB"/>
                </a:solidFill>
              </a:defRPr>
            </a:lvl2pPr>
            <a:lvl3pPr>
              <a:buFont typeface="Arial" panose="020B0604020202020204" pitchFamily="34" charset="0"/>
              <a:buChar char="•"/>
              <a:defRPr>
                <a:solidFill>
                  <a:srgbClr val="8080BB"/>
                </a:solidFill>
              </a:defRPr>
            </a:lvl3pPr>
            <a:lvl4pPr>
              <a:buFont typeface="Symbol" panose="05050102010706020507" pitchFamily="18" charset="2"/>
              <a:buChar char=""/>
              <a:defRPr>
                <a:solidFill>
                  <a:srgbClr val="8080BB"/>
                </a:solidFill>
              </a:defRPr>
            </a:lvl4pPr>
            <a:lvl5pPr>
              <a:buFont typeface="Symbol" panose="05050102010706020507" pitchFamily="18" charset="2"/>
              <a:buChar char=""/>
              <a:defRPr>
                <a:solidFill>
                  <a:srgbClr val="8080BB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6F0D96-2FC6-41FE-8F4D-3BD0C8959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D2926-C11D-461E-8536-DADB18A25F3F}" type="datetime1">
              <a:rPr lang="fr-CA" smtClean="0"/>
              <a:t>2025-08-25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215AF6-EA85-4630-AD21-146CDDD50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47F81B4-34C2-4D55-8917-1F268458A624}"/>
              </a:ext>
            </a:extLst>
          </p:cNvPr>
          <p:cNvSpPr txBox="1"/>
          <p:nvPr userDrawn="1"/>
        </p:nvSpPr>
        <p:spPr>
          <a:xfrm>
            <a:off x="10022067" y="6430304"/>
            <a:ext cx="21194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200">
                <a:solidFill>
                  <a:schemeClr val="bg1"/>
                </a:solidFill>
              </a:rPr>
              <a:t>Programmation Web serveur</a:t>
            </a:r>
          </a:p>
        </p:txBody>
      </p:sp>
    </p:spTree>
    <p:extLst>
      <p:ext uri="{BB962C8B-B14F-4D97-AF65-F5344CB8AC3E}">
        <p14:creationId xmlns:p14="http://schemas.microsoft.com/office/powerpoint/2010/main" val="2916417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45C23620-5D2E-424B-92C0-1DDE3C248F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299778"/>
            <a:ext cx="12192000" cy="5334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2E364DD-3988-45CD-8F1D-400F5613DE8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26339"/>
            <a:ext cx="12192000" cy="8382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8AE2ABD-74EB-4C40-A423-2793F7423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5" y="136524"/>
            <a:ext cx="5355449" cy="608317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A42597-091B-49A8-BF65-49B9DFF97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9457"/>
            <a:ext cx="10515600" cy="5147506"/>
          </a:xfrm>
        </p:spPr>
        <p:txBody>
          <a:bodyPr/>
          <a:lstStyle>
            <a:lvl1pPr>
              <a:buFont typeface="Symbol" panose="05050102010706020507" pitchFamily="18" charset="2"/>
              <a:buChar char=""/>
              <a:defRPr>
                <a:solidFill>
                  <a:srgbClr val="8197B6"/>
                </a:solidFill>
              </a:defRPr>
            </a:lvl1pPr>
            <a:lvl2pPr>
              <a:buFont typeface="Courier New" panose="02070309020205020404" pitchFamily="49" charset="0"/>
              <a:buChar char="o"/>
              <a:defRPr>
                <a:solidFill>
                  <a:srgbClr val="8197B6"/>
                </a:solidFill>
              </a:defRPr>
            </a:lvl2pPr>
            <a:lvl3pPr>
              <a:buFont typeface="Arial" panose="020B0604020202020204" pitchFamily="34" charset="0"/>
              <a:buChar char="•"/>
              <a:defRPr>
                <a:solidFill>
                  <a:srgbClr val="8197B6"/>
                </a:solidFill>
              </a:defRPr>
            </a:lvl3pPr>
            <a:lvl4pPr>
              <a:buFont typeface="Symbol" panose="05050102010706020507" pitchFamily="18" charset="2"/>
              <a:buChar char=""/>
              <a:defRPr>
                <a:solidFill>
                  <a:srgbClr val="8197B6"/>
                </a:solidFill>
              </a:defRPr>
            </a:lvl4pPr>
            <a:lvl5pPr>
              <a:buFont typeface="Symbol" panose="05050102010706020507" pitchFamily="18" charset="2"/>
              <a:buChar char=""/>
              <a:defRPr>
                <a:solidFill>
                  <a:srgbClr val="8197B6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6F0D96-2FC6-41FE-8F4D-3BD0C8959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D601E-C9B0-4824-9089-2B2672F38EED}" type="datetime1">
              <a:rPr lang="fr-CA" smtClean="0"/>
              <a:t>2025-08-25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215AF6-EA85-4630-AD21-146CDDD50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47F81B4-34C2-4D55-8917-1F268458A624}"/>
              </a:ext>
            </a:extLst>
          </p:cNvPr>
          <p:cNvSpPr txBox="1"/>
          <p:nvPr userDrawn="1"/>
        </p:nvSpPr>
        <p:spPr>
          <a:xfrm>
            <a:off x="9349946" y="6430304"/>
            <a:ext cx="27915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200">
                <a:solidFill>
                  <a:schemeClr val="bg1"/>
                </a:solidFill>
              </a:rPr>
              <a:t> </a:t>
            </a:r>
            <a:r>
              <a:rPr lang="fr-CA" sz="1200" b="1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Introduction à la programmation WEB</a:t>
            </a:r>
            <a:endParaRPr lang="fr-CA" sz="1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2642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CC9A27B5-EECC-4B18-B7D4-6B83E677D2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292366"/>
            <a:ext cx="12192000" cy="54292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9B8B2AD-7C26-4E6E-91B8-D5C574E48B0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8766"/>
            <a:ext cx="12192000" cy="8382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8AE2ABD-74EB-4C40-A423-2793F7423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5" y="136524"/>
            <a:ext cx="5355449" cy="608317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A42597-091B-49A8-BF65-49B9DFF97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9457"/>
            <a:ext cx="10515600" cy="5147506"/>
          </a:xfrm>
        </p:spPr>
        <p:txBody>
          <a:bodyPr/>
          <a:lstStyle>
            <a:lvl1pPr>
              <a:buFont typeface="Symbol" panose="05050102010706020507" pitchFamily="18" charset="2"/>
              <a:buChar char=""/>
              <a:defRPr>
                <a:solidFill>
                  <a:srgbClr val="81ADB6"/>
                </a:solidFill>
              </a:defRPr>
            </a:lvl1pPr>
            <a:lvl2pPr>
              <a:buFont typeface="Courier New" panose="02070309020205020404" pitchFamily="49" charset="0"/>
              <a:buChar char="o"/>
              <a:defRPr>
                <a:solidFill>
                  <a:srgbClr val="81ADB6"/>
                </a:solidFill>
              </a:defRPr>
            </a:lvl2pPr>
            <a:lvl3pPr>
              <a:buFont typeface="Arial" panose="020B0604020202020204" pitchFamily="34" charset="0"/>
              <a:buChar char="•"/>
              <a:defRPr>
                <a:solidFill>
                  <a:srgbClr val="81ADB6"/>
                </a:solidFill>
              </a:defRPr>
            </a:lvl3pPr>
            <a:lvl4pPr>
              <a:buFont typeface="Symbol" panose="05050102010706020507" pitchFamily="18" charset="2"/>
              <a:buChar char=""/>
              <a:defRPr>
                <a:solidFill>
                  <a:srgbClr val="81ADB6"/>
                </a:solidFill>
              </a:defRPr>
            </a:lvl4pPr>
            <a:lvl5pPr>
              <a:buFont typeface="Symbol" panose="05050102010706020507" pitchFamily="18" charset="2"/>
              <a:buChar char=""/>
              <a:defRPr>
                <a:solidFill>
                  <a:srgbClr val="81ADB6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6F0D96-2FC6-41FE-8F4D-3BD0C8959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15A05-6844-4073-A35A-9E8895EC2BF9}" type="datetime1">
              <a:rPr lang="fr-CA" smtClean="0"/>
              <a:t>2025-08-25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215AF6-EA85-4630-AD21-146CDDD50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47F81B4-34C2-4D55-8917-1F268458A624}"/>
              </a:ext>
            </a:extLst>
          </p:cNvPr>
          <p:cNvSpPr txBox="1"/>
          <p:nvPr userDrawn="1"/>
        </p:nvSpPr>
        <p:spPr>
          <a:xfrm>
            <a:off x="10148729" y="6430304"/>
            <a:ext cx="20432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200">
                <a:solidFill>
                  <a:schemeClr val="bg1"/>
                </a:solidFill>
              </a:rPr>
              <a:t>Programmation Web serveur</a:t>
            </a:r>
          </a:p>
        </p:txBody>
      </p:sp>
    </p:spTree>
    <p:extLst>
      <p:ext uri="{BB962C8B-B14F-4D97-AF65-F5344CB8AC3E}">
        <p14:creationId xmlns:p14="http://schemas.microsoft.com/office/powerpoint/2010/main" val="1700848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9C41ED-D25E-48A9-9D4D-76EE7A54B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DD61D6-53A8-4C07-9B7E-3EEF53F67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B60A44-AB43-4346-BF82-D4197620B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66893-71A2-431C-8613-787F62F4DD81}" type="datetime1">
              <a:rPr lang="fr-CA" smtClean="0"/>
              <a:t>2025-08-25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8072AF-F746-4BD8-BFB4-EB6184876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E2EC91-5709-49E5-B3AA-21348C12B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0F84C-9946-46E9-9DDA-3085C065CD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1688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D80AEC-72AB-4628-A1CE-4D0DBAF8E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14F7F1-147D-40E9-A942-5C1BCC0212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F54090F-8318-40CE-96BF-92B9122F66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B304C0D-B02B-4A5B-B615-25C64C0E0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056AD-CC4A-4D95-890E-1B917F6A635E}" type="datetime1">
              <a:rPr lang="fr-CA" smtClean="0"/>
              <a:t>2025-08-25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0C362B9-A83F-427A-A949-EDA75F617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96007AE-8D2C-41EE-B11B-282A6B227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0F84C-9946-46E9-9DDA-3085C065CD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82553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A4AB75-079B-4E6A-89B0-40B4BB017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5F77A42-B0CA-4616-A4A8-0348891F8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052495E-1524-467D-AE0C-5ED70A10BD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0FF82DA-C09E-4C74-8EC9-011D04AB2C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0E6B9ED-4825-43F9-A0E9-44ACD5F23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D12D7D1-008C-4E7F-AF21-891842942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BB748-0AE7-468A-B714-3CFCFE8031DC}" type="datetime1">
              <a:rPr lang="fr-CA" smtClean="0"/>
              <a:t>2025-08-25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01603A4-DA98-41A6-B8BA-65D607770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2860E5F-71C2-473B-8FDC-432C05C69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0F84C-9946-46E9-9DDA-3085C065CD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27311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70F612-C882-427E-B401-11016722E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3A8A36E-4663-4796-8210-B2A8B7366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399CD-BB39-42B6-9385-C4F946FBFC0B}" type="datetime1">
              <a:rPr lang="fr-CA" smtClean="0"/>
              <a:t>2025-08-25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661C43D-C62F-402A-90CA-83E3EB753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3339A0-DE02-4727-91EF-3B2F7CCF0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0F84C-9946-46E9-9DDA-3085C065CD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02088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4F81E63-9630-443B-BFB6-0247E3D6F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80144-2959-41D6-9D5A-456843BEFC5B}" type="datetime1">
              <a:rPr lang="fr-CA" smtClean="0"/>
              <a:t>2025-08-25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BBED5E-68DB-40B2-8D24-23E47B6E8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457F941-B1F9-4F11-90FC-1D3FD5AF4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0F84C-9946-46E9-9DDA-3085C065CD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866078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5BC09E-16AC-4580-98E9-02418EB0D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B98FD4-2116-4EA0-8D87-B3BD714B1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266672-9C75-44FB-87B4-E3F68CA6A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9E985F3-C3E6-495C-A993-1096E76DF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AD574-E150-4764-9ABA-56F32634ABC3}" type="datetime1">
              <a:rPr lang="fr-CA" smtClean="0"/>
              <a:t>2025-08-25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B8F7EB4-97A1-468E-9A2A-D45CCA979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A65E4DC-84FA-481E-B5B5-AE5FBCB38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0F84C-9946-46E9-9DDA-3085C065CD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399682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2B65F8-C7CE-4E86-9B84-F937626F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BBAD515-97BC-4396-B264-714571E6E7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2F7CF64-5CE5-481C-820B-3C30C99A63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F671854-DBA6-4F00-BD4C-FB18B8E96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ADC33-0414-4C43-BD4A-5F16C516E264}" type="datetime1">
              <a:rPr lang="fr-CA" smtClean="0"/>
              <a:t>2025-08-25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CEF3AB8-DD63-44E1-A4D1-A3F0D8CB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366CFB5-D9B4-4ABE-836A-6D70EC297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0F84C-9946-46E9-9DDA-3085C065CD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449898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669598-C04C-41D2-88E4-477DD5335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EB85027-2B50-42AA-9F34-7E59B1723E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30932D-562E-4E34-BDFD-D32FFDFA4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953F8-1BBE-4F9A-909B-B3409BCDC246}" type="datetime1">
              <a:rPr lang="fr-CA" smtClean="0"/>
              <a:t>2025-08-25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C3B97E7-0FA9-4CD8-BE73-3043EAE7B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C3DC530-611B-4C7A-9DCE-05A7C2591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0F84C-9946-46E9-9DDA-3085C065CD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23877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20621F0-12FA-4B42-9B59-6AD8AB9237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98E27AD-BE88-474D-849B-C509C71E86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686500-57F4-4942-93C9-5094AD663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67F2F-BEDA-42DF-9FF5-C7041BD9C99D}" type="datetime1">
              <a:rPr lang="fr-CA" smtClean="0"/>
              <a:t>2025-08-25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8A004B-00F4-41CD-9412-748A2533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02B891-CB44-4F08-BC43-2F0FDC09C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0F84C-9946-46E9-9DDA-3085C065CD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32214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29C0FB0-A966-4F69-9A46-F202225D7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221FAC4-AAF6-4C69-A98C-1C2AE7FE9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C09277F-787B-42C2-90EA-DDA083330B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F98F2B-8F46-4F6A-9C87-BEB03E6828CF}" type="datetime1">
              <a:rPr lang="fr-CA" smtClean="0"/>
              <a:t>2025-08-25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0C139A-6638-4528-9476-553ED8CFF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83808F-17DA-45A8-967B-04EFBCAD1F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0F84C-9946-46E9-9DDA-3085C065CD9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55918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0" r:id="rId3"/>
    <p:sldLayoutId id="2147483650" r:id="rId4"/>
    <p:sldLayoutId id="2147483661" r:id="rId5"/>
    <p:sldLayoutId id="2147483662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dev.w3.org/html5/html-author/charref" TargetMode="External"/><Relationship Id="rId4" Type="http://schemas.openxmlformats.org/officeDocument/2006/relationships/image" Target="../media/image5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hyperlink" Target="https://validator.w3.org/" TargetMode="Externa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7" Type="http://schemas.openxmlformats.org/officeDocument/2006/relationships/image" Target="../media/image113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BF23FAB3-5CC0-421C-804A-F7CC1252B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1225" y="2210305"/>
            <a:ext cx="11511751" cy="1299658"/>
          </a:xfrm>
        </p:spPr>
        <p:txBody>
          <a:bodyPr/>
          <a:lstStyle/>
          <a:p>
            <a:r>
              <a:rPr lang="fr-CA"/>
              <a:t>Introduction à HTML et CSS</a:t>
            </a:r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4759DE41-5405-413B-9158-D7C5994CAD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225" y="3602038"/>
            <a:ext cx="11511751" cy="533957"/>
          </a:xfrm>
        </p:spPr>
        <p:txBody>
          <a:bodyPr/>
          <a:lstStyle/>
          <a:p>
            <a:r>
              <a:rPr lang="fr-CA"/>
              <a:t>Rencontre #1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BA36C74-4658-4018-A83B-4C63AC85CC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7559" y="5022426"/>
            <a:ext cx="1956881" cy="1267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483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918829-131D-4C88-8666-B778F7F98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Menu du jour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09EFAF08-EDCC-4FA5-874F-CEAE44548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9457"/>
            <a:ext cx="10515600" cy="51475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CA"/>
              <a:t>Présentation du cours</a:t>
            </a:r>
          </a:p>
          <a:p>
            <a:r>
              <a:rPr lang="fr-CA">
                <a:solidFill>
                  <a:srgbClr val="8197B6"/>
                </a:solidFill>
              </a:rPr>
              <a:t>Introduction à HTML</a:t>
            </a:r>
            <a:endParaRPr lang="fr-CA">
              <a:solidFill>
                <a:srgbClr val="8197B6"/>
              </a:solidFill>
              <a:ea typeface="Calibri"/>
              <a:cs typeface="Calibri"/>
            </a:endParaRPr>
          </a:p>
          <a:p>
            <a:pPr lvl="1"/>
            <a:r>
              <a:rPr lang="fr-CA">
                <a:solidFill>
                  <a:srgbClr val="8197B6"/>
                </a:solidFill>
              </a:rPr>
              <a:t>C’est quoi ?</a:t>
            </a:r>
            <a:endParaRPr lang="fr-CA">
              <a:solidFill>
                <a:srgbClr val="8197B6"/>
              </a:solidFill>
              <a:ea typeface="Calibri"/>
              <a:cs typeface="Calibri"/>
            </a:endParaRPr>
          </a:p>
          <a:p>
            <a:pPr lvl="1"/>
            <a:r>
              <a:rPr lang="fr-CA">
                <a:solidFill>
                  <a:srgbClr val="8197B6"/>
                </a:solidFill>
              </a:rPr>
              <a:t>Structure de base</a:t>
            </a:r>
            <a:endParaRPr lang="fr-CA">
              <a:solidFill>
                <a:srgbClr val="8197B6"/>
              </a:solidFill>
              <a:ea typeface="Calibri"/>
              <a:cs typeface="Calibri"/>
            </a:endParaRPr>
          </a:p>
          <a:p>
            <a:pPr lvl="1"/>
            <a:r>
              <a:rPr lang="fr-CA">
                <a:solidFill>
                  <a:srgbClr val="8197B6"/>
                </a:solidFill>
              </a:rPr>
              <a:t>Éléments de base</a:t>
            </a:r>
            <a:endParaRPr lang="fr-CA">
              <a:solidFill>
                <a:srgbClr val="8197B6"/>
              </a:solidFill>
              <a:ea typeface="Calibri"/>
              <a:cs typeface="Calibri"/>
            </a:endParaRPr>
          </a:p>
          <a:p>
            <a:pPr lvl="1"/>
            <a:r>
              <a:rPr lang="fr-CA">
                <a:solidFill>
                  <a:srgbClr val="8197B6"/>
                </a:solidFill>
              </a:rPr>
              <a:t>Navigation</a:t>
            </a:r>
            <a:endParaRPr lang="fr-CA">
              <a:solidFill>
                <a:srgbClr val="8197B6"/>
              </a:solidFill>
              <a:ea typeface="Calibri"/>
              <a:cs typeface="Calibri"/>
            </a:endParaRPr>
          </a:p>
          <a:p>
            <a:pPr lvl="1"/>
            <a:r>
              <a:rPr lang="fr-CA">
                <a:solidFill>
                  <a:srgbClr val="8197B6"/>
                </a:solidFill>
              </a:rPr>
              <a:t>Validation</a:t>
            </a:r>
            <a:endParaRPr lang="fr-CA">
              <a:solidFill>
                <a:srgbClr val="8197B6"/>
              </a:solidFill>
              <a:ea typeface="Calibri"/>
              <a:cs typeface="Calibri"/>
            </a:endParaRPr>
          </a:p>
          <a:p>
            <a:endParaRPr lang="fr-CA">
              <a:solidFill>
                <a:srgbClr val="81ADB6"/>
              </a:solidFill>
              <a:ea typeface="Calibri"/>
              <a:cs typeface="Calibri"/>
            </a:endParaRPr>
          </a:p>
          <a:p>
            <a:pPr lvl="1"/>
            <a:endParaRPr lang="fr-CA">
              <a:solidFill>
                <a:srgbClr val="81ADB6"/>
              </a:solidFill>
            </a:endParaRPr>
          </a:p>
          <a:p>
            <a:endParaRPr lang="fr-CA"/>
          </a:p>
          <a:p>
            <a:endParaRPr lang="fr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3745B68-062C-4081-888B-9CE4C229CE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2791" y="1087876"/>
            <a:ext cx="311285" cy="31128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0846363-1754-46C7-AD4D-EAE6C99C84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3382" y="1532187"/>
            <a:ext cx="303179" cy="30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260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4082DD-07AE-4F18-9D14-6A31D2D19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fr-CA" sz="6600"/>
          </a:p>
          <a:p>
            <a:pPr marL="0" indent="0" algn="ctr">
              <a:buNone/>
            </a:pPr>
            <a:r>
              <a:rPr lang="fr-CA" sz="6600"/>
              <a:t>Introduction à HTML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348500A-A760-42C5-862B-100E78C690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5736" y="3020438"/>
            <a:ext cx="2600528" cy="260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638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81FCDE-9EF8-44B6-883A-34791B924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C’est quoi HTML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B13F32-F673-4DE3-8640-D0E2DF956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H.T.M.L.</a:t>
            </a:r>
          </a:p>
          <a:p>
            <a:pPr marL="0" indent="0">
              <a:buNone/>
            </a:pPr>
            <a:r>
              <a:rPr lang="fr-CA"/>
              <a:t>→</a:t>
            </a:r>
            <a:r>
              <a:rPr lang="fr-CA" b="1"/>
              <a:t> H</a:t>
            </a:r>
            <a:r>
              <a:rPr lang="fr-CA"/>
              <a:t>yper</a:t>
            </a:r>
            <a:r>
              <a:rPr lang="fr-CA" b="1"/>
              <a:t>T</a:t>
            </a:r>
            <a:r>
              <a:rPr lang="fr-CA"/>
              <a:t>ext </a:t>
            </a:r>
            <a:r>
              <a:rPr lang="fr-CA" b="1"/>
              <a:t>M</a:t>
            </a:r>
            <a:r>
              <a:rPr lang="fr-CA"/>
              <a:t>arkup </a:t>
            </a:r>
            <a:r>
              <a:rPr lang="fr-CA" b="1"/>
              <a:t>L</a:t>
            </a:r>
            <a:r>
              <a:rPr lang="fr-CA"/>
              <a:t>anguage ( ͡❛ ͜ʖ ͡❛)</a:t>
            </a:r>
          </a:p>
          <a:p>
            <a:pPr marL="0" indent="0">
              <a:buNone/>
            </a:pPr>
            <a:endParaRPr lang="fr-CA"/>
          </a:p>
          <a:p>
            <a:r>
              <a:rPr lang="fr-CA"/>
              <a:t>Permet de décrire la </a:t>
            </a:r>
            <a:r>
              <a:rPr lang="fr-CA" b="1"/>
              <a:t>structure</a:t>
            </a:r>
            <a:r>
              <a:rPr lang="fr-CA"/>
              <a:t> d’une page Web :</a:t>
            </a:r>
          </a:p>
          <a:p>
            <a:pPr lvl="1"/>
            <a:r>
              <a:rPr lang="fr-CA"/>
              <a:t>Texte, images, boutons, formulaires, vidéos, titres, etc.</a:t>
            </a:r>
          </a:p>
          <a:p>
            <a:pPr lvl="1"/>
            <a:endParaRPr lang="fr-CA"/>
          </a:p>
          <a:p>
            <a:r>
              <a:rPr lang="fr-CA"/>
              <a:t>Cette structure peut être interprétée (et affichée sur votre écran)  par un navigateur. (Internet Explorer </a:t>
            </a:r>
            <a:r>
              <a:rPr lang="fr-CA" sz="1600"/>
              <a:t>♥</a:t>
            </a:r>
            <a:r>
              <a:rPr lang="fr-CA"/>
              <a:t>, Chrome, Firefox, etc.)</a:t>
            </a:r>
          </a:p>
        </p:txBody>
      </p:sp>
    </p:spTree>
    <p:extLst>
      <p:ext uri="{BB962C8B-B14F-4D97-AF65-F5344CB8AC3E}">
        <p14:creationId xmlns:p14="http://schemas.microsoft.com/office/powerpoint/2010/main" val="1986893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4FDF11-A9E8-4378-9923-7C99559F7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C’est quoi HTML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C95AAF-4FF9-46BB-90CE-60F5DFB38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HTML est composé d’</a:t>
            </a:r>
            <a:r>
              <a:rPr lang="fr-CA" b="1"/>
              <a:t>éléments</a:t>
            </a:r>
            <a:r>
              <a:rPr lang="fr-CA"/>
              <a:t> qui nous permettront de meubler nos pages.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5C5AC0A-92E8-4FD9-9EA5-A07E4045C774}"/>
              </a:ext>
            </a:extLst>
          </p:cNvPr>
          <p:cNvGrpSpPr/>
          <p:nvPr/>
        </p:nvGrpSpPr>
        <p:grpSpPr>
          <a:xfrm>
            <a:off x="1459683" y="1996579"/>
            <a:ext cx="9496903" cy="4180383"/>
            <a:chOff x="1235413" y="1717653"/>
            <a:chExt cx="9721174" cy="4459310"/>
          </a:xfrm>
        </p:grpSpPr>
        <p:pic>
          <p:nvPicPr>
            <p:cNvPr id="17" name="Image 16">
              <a:extLst>
                <a:ext uri="{FF2B5EF4-FFF2-40B4-BE49-F238E27FC236}">
                  <a16:creationId xmlns:a16="http://schemas.microsoft.com/office/drawing/2014/main" id="{F26F43A0-EBC4-4D55-8F72-0C880E264B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5413" y="1717653"/>
              <a:ext cx="9721174" cy="445931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4E894DA-E702-41FB-85C7-7C8AAA4E96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71709" y="4650582"/>
              <a:ext cx="394267" cy="3167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43111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E31C2D-35EA-48AA-8FAE-AE7842F33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Structure de base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4BEC45-9EB6-4F38-9C81-CB1041EE3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CA"/>
              <a:t>Chaque élément HTML est représenté par des </a:t>
            </a:r>
            <a:r>
              <a:rPr lang="fr-CA" b="1">
                <a:solidFill>
                  <a:srgbClr val="E351E7"/>
                </a:solidFill>
              </a:rPr>
              <a:t>balises</a:t>
            </a:r>
            <a:r>
              <a:rPr lang="fr-CA"/>
              <a:t>.</a:t>
            </a:r>
          </a:p>
          <a:p>
            <a:endParaRPr lang="fr-CA"/>
          </a:p>
          <a:p>
            <a:r>
              <a:rPr lang="fr-CA"/>
              <a:t>Par exemple, ci-dessus, on a l’élément </a:t>
            </a:r>
            <a:r>
              <a:rPr lang="fr-CA" b="1">
                <a:solidFill>
                  <a:srgbClr val="E351E7"/>
                </a:solidFill>
              </a:rPr>
              <a:t>p</a:t>
            </a:r>
            <a:r>
              <a:rPr lang="fr-CA"/>
              <a:t>, qui correspond à un paragraphe.</a:t>
            </a:r>
          </a:p>
          <a:p>
            <a:pPr lvl="1"/>
            <a:r>
              <a:rPr lang="fr-CA"/>
              <a:t>Si j’ouvre une page Web qui ne contient que cet élément </a:t>
            </a:r>
            <a:r>
              <a:rPr lang="fr-CA" b="1">
                <a:solidFill>
                  <a:srgbClr val="E351E7"/>
                </a:solidFill>
              </a:rPr>
              <a:t>p</a:t>
            </a:r>
            <a:r>
              <a:rPr lang="fr-CA"/>
              <a:t>, j’ai une page blanche avec mon texte !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r>
              <a:rPr lang="fr-CA"/>
              <a:t>Notez que l’élément </a:t>
            </a:r>
            <a:r>
              <a:rPr lang="fr-CA" b="1">
                <a:solidFill>
                  <a:srgbClr val="E351E7"/>
                </a:solidFill>
              </a:rPr>
              <a:t>p</a:t>
            </a:r>
            <a:r>
              <a:rPr lang="fr-CA"/>
              <a:t> débute avec la base ouvrante </a:t>
            </a:r>
            <a:r>
              <a:rPr lang="fr-CA" b="1">
                <a:solidFill>
                  <a:srgbClr val="E351E7"/>
                </a:solidFill>
              </a:rPr>
              <a:t>&lt;p&gt;</a:t>
            </a:r>
            <a:r>
              <a:rPr lang="fr-CA"/>
              <a:t> et se termine avec la balise fermante </a:t>
            </a:r>
            <a:r>
              <a:rPr lang="fr-CA" b="1">
                <a:solidFill>
                  <a:srgbClr val="E351E7"/>
                </a:solidFill>
              </a:rPr>
              <a:t>&lt;/p&gt;</a:t>
            </a:r>
            <a:r>
              <a:rPr lang="fr-CA"/>
              <a:t>. Une balise fermante nécessite toujours une barre oblique suivi du nom de l’élément.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3BCED06-4A63-43B6-B8CA-2D7AF3E57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565" y="1603434"/>
            <a:ext cx="6812870" cy="30482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460CB21-1A59-46DA-9BC0-BA2A9E92A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713" y="3537909"/>
            <a:ext cx="3162574" cy="975445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</p:spTree>
    <p:extLst>
      <p:ext uri="{BB962C8B-B14F-4D97-AF65-F5344CB8AC3E}">
        <p14:creationId xmlns:p14="http://schemas.microsoft.com/office/powerpoint/2010/main" val="3649680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D8AB24-C0AA-4ED4-84C9-BA1478B85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Structure de base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804152-F70B-4BBD-90D4-3893E2364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Les balises ouvrantes et fermantes peuvent être vues comme une boîte dans laquelle on met notre élément.</a:t>
            </a:r>
          </a:p>
          <a:p>
            <a:endParaRPr lang="fr-CA"/>
          </a:p>
          <a:p>
            <a:endParaRPr lang="fr-CA"/>
          </a:p>
          <a:p>
            <a:endParaRPr lang="fr-CA"/>
          </a:p>
          <a:p>
            <a:r>
              <a:rPr lang="fr-CA"/>
              <a:t>S’il manque la balise ouvrante ou la balise fermante… Il manque la moitié de la boîte </a:t>
            </a:r>
            <a:r>
              <a:rPr lang="fr-CA">
                <a:sym typeface="Wingdings" panose="05000000000000000000" pitchFamily="2" charset="2"/>
              </a:rPr>
              <a:t> … Et le résultat pourrait être décevant !</a:t>
            </a:r>
            <a:endParaRPr lang="fr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9CEB846-2203-4336-ADCD-504CDF386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611" y="1539076"/>
            <a:ext cx="2248095" cy="188992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F0FE7DC-B840-4155-BE45-58C768CC1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918" y="2628883"/>
            <a:ext cx="4107536" cy="381033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3C5497A7-10E7-4E72-8408-F47AFE519965}"/>
              </a:ext>
            </a:extLst>
          </p:cNvPr>
          <p:cNvCxnSpPr/>
          <p:nvPr/>
        </p:nvCxnSpPr>
        <p:spPr>
          <a:xfrm>
            <a:off x="5784715" y="2872902"/>
            <a:ext cx="979251" cy="0"/>
          </a:xfrm>
          <a:prstGeom prst="straightConnector1">
            <a:avLst/>
          </a:prstGeom>
          <a:ln w="76200">
            <a:solidFill>
              <a:srgbClr val="8197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>
            <a:extLst>
              <a:ext uri="{FF2B5EF4-FFF2-40B4-BE49-F238E27FC236}">
                <a16:creationId xmlns:a16="http://schemas.microsoft.com/office/drawing/2014/main" id="{56DBDCD9-4187-4B9B-9944-76774BF2DB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477" y="4551738"/>
            <a:ext cx="3345470" cy="327688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D0A2ABB0-41B8-4343-B265-6D5EA05039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7758" y="4538267"/>
            <a:ext cx="3429297" cy="342930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8ED5EE1F-EA08-400A-B3FD-658DDDC3FC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2702" y="4879426"/>
            <a:ext cx="1387500" cy="1456346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BCD707D6-6F19-43E7-85FC-411A13EAEE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9501" y="4888741"/>
            <a:ext cx="1387500" cy="1328572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3A572D3D-255A-4ABF-9FF4-50CB2CBF33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8957" y="4551738"/>
            <a:ext cx="1885102" cy="1252496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ED3E67C6-C696-4127-B61C-91BAFE290C12}"/>
              </a:ext>
            </a:extLst>
          </p:cNvPr>
          <p:cNvSpPr txBox="1"/>
          <p:nvPr/>
        </p:nvSpPr>
        <p:spPr>
          <a:xfrm>
            <a:off x="9113223" y="5801601"/>
            <a:ext cx="24444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200">
                <a:solidFill>
                  <a:srgbClr val="8197B6"/>
                </a:solidFill>
              </a:rPr>
              <a:t>Ce chat ne pourrait pas se cacher dans une moitié de boîte …</a:t>
            </a:r>
          </a:p>
        </p:txBody>
      </p:sp>
    </p:spTree>
    <p:extLst>
      <p:ext uri="{BB962C8B-B14F-4D97-AF65-F5344CB8AC3E}">
        <p14:creationId xmlns:p14="http://schemas.microsoft.com/office/powerpoint/2010/main" val="1870217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597664-D33E-4569-936D-F0345CC6C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Il y a tout de même quelques exceptions !</a:t>
            </a:r>
          </a:p>
          <a:p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  <a:p>
            <a:pPr lvl="1"/>
            <a:r>
              <a:rPr lang="fr-CA"/>
              <a:t>Élément </a:t>
            </a:r>
            <a:r>
              <a:rPr lang="fr-CA" b="1">
                <a:solidFill>
                  <a:srgbClr val="E351E7"/>
                </a:solidFill>
              </a:rPr>
              <a:t>br</a:t>
            </a:r>
          </a:p>
          <a:p>
            <a:pPr lvl="2"/>
            <a:r>
              <a:rPr lang="fr-CA"/>
              <a:t>Pas besoin de balise fermante, ni de contenu ! Insère un saut de ligne dans un paragraphe.</a:t>
            </a:r>
          </a:p>
          <a:p>
            <a:pPr lvl="1"/>
            <a:r>
              <a:rPr lang="fr-CA"/>
              <a:t>Élément </a:t>
            </a:r>
            <a:r>
              <a:rPr lang="fr-CA" b="1">
                <a:solidFill>
                  <a:srgbClr val="E351E7"/>
                </a:solidFill>
              </a:rPr>
              <a:t>img</a:t>
            </a:r>
          </a:p>
          <a:p>
            <a:pPr lvl="2"/>
            <a:r>
              <a:rPr lang="fr-CA"/>
              <a:t>Pas besoin de balise fermante, nécessite des </a:t>
            </a:r>
            <a:r>
              <a:rPr lang="fr-CA" i="1">
                <a:solidFill>
                  <a:srgbClr val="FF0000"/>
                </a:solidFill>
              </a:rPr>
              <a:t>attributs</a:t>
            </a:r>
            <a:r>
              <a:rPr lang="fr-CA"/>
              <a:t> pour choisir l’image à afficher.</a:t>
            </a:r>
          </a:p>
          <a:p>
            <a:pPr lvl="1"/>
            <a:r>
              <a:rPr lang="fr-CA"/>
              <a:t>Il y a plusieurs autres exceptions.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75E33F9F-7DED-4624-A7BE-1B28929E4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5" y="136524"/>
            <a:ext cx="5355449" cy="608317"/>
          </a:xfrm>
        </p:spPr>
        <p:txBody>
          <a:bodyPr/>
          <a:lstStyle/>
          <a:p>
            <a:r>
              <a:rPr lang="fr-CA"/>
              <a:t>Structure de base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A7B9449-F4D2-4637-BA28-423A3CBA6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139" y="2166715"/>
            <a:ext cx="4663844" cy="883997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E0DD1DD4-E9A8-46EA-8846-305F74FBC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3159" y="1614218"/>
            <a:ext cx="2187130" cy="1988992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4DE1CD26-6E7D-4374-8E86-6CA2B6C822AC}"/>
              </a:ext>
            </a:extLst>
          </p:cNvPr>
          <p:cNvCxnSpPr/>
          <p:nvPr/>
        </p:nvCxnSpPr>
        <p:spPr>
          <a:xfrm>
            <a:off x="6096000" y="2608713"/>
            <a:ext cx="1452664" cy="0"/>
          </a:xfrm>
          <a:prstGeom prst="straightConnector1">
            <a:avLst/>
          </a:prstGeom>
          <a:ln w="76200">
            <a:solidFill>
              <a:srgbClr val="8197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9438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72D78F-AD08-4F9E-A146-3CD5E1BA5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Structure de base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AD16F7-CDF6-4F04-92E3-F1D5F3FD8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Certains éléments peuvent en contenir d’autres.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3199055-8668-4E40-BFFD-18D21B6B0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081" y="1642343"/>
            <a:ext cx="3633486" cy="2068743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C0FC2103-2A86-4E9B-8680-0DD7A90E4937}"/>
              </a:ext>
            </a:extLst>
          </p:cNvPr>
          <p:cNvSpPr txBox="1">
            <a:spLocks/>
          </p:cNvSpPr>
          <p:nvPr/>
        </p:nvSpPr>
        <p:spPr>
          <a:xfrm>
            <a:off x="5899827" y="1584601"/>
            <a:ext cx="5857672" cy="2235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Char char=""/>
              <a:defRPr sz="2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A" sz="2400"/>
              <a:t>Ici on a :</a:t>
            </a:r>
          </a:p>
          <a:p>
            <a:pPr lvl="1"/>
            <a:r>
              <a:rPr lang="fr-CA" sz="2000"/>
              <a:t>un </a:t>
            </a:r>
            <a:r>
              <a:rPr lang="fr-CA" sz="2000" b="1">
                <a:solidFill>
                  <a:srgbClr val="E351E7"/>
                </a:solidFill>
              </a:rPr>
              <a:t>body</a:t>
            </a:r>
            <a:r>
              <a:rPr lang="fr-CA" sz="2000"/>
              <a:t> qui contient ..</a:t>
            </a:r>
          </a:p>
          <a:p>
            <a:pPr lvl="1"/>
            <a:r>
              <a:rPr lang="fr-CA" sz="2000"/>
              <a:t>un </a:t>
            </a:r>
            <a:r>
              <a:rPr lang="fr-CA" sz="2000" b="1">
                <a:solidFill>
                  <a:srgbClr val="E351E7"/>
                </a:solidFill>
              </a:rPr>
              <a:t>div</a:t>
            </a:r>
            <a:r>
              <a:rPr lang="fr-CA" sz="2000"/>
              <a:t>, qui contient …</a:t>
            </a:r>
          </a:p>
          <a:p>
            <a:pPr lvl="1"/>
            <a:r>
              <a:rPr lang="fr-CA" sz="2000"/>
              <a:t>un </a:t>
            </a:r>
            <a:r>
              <a:rPr lang="fr-CA" sz="2000" b="1">
                <a:solidFill>
                  <a:srgbClr val="E351E7"/>
                </a:solidFill>
              </a:rPr>
              <a:t>p</a:t>
            </a:r>
            <a:r>
              <a:rPr lang="fr-CA" sz="2000"/>
              <a:t>, qui contient …</a:t>
            </a:r>
          </a:p>
          <a:p>
            <a:pPr lvl="1"/>
            <a:r>
              <a:rPr lang="fr-CA" sz="2000"/>
              <a:t>du texte et un </a:t>
            </a:r>
            <a:r>
              <a:rPr lang="fr-CA" sz="2000" b="1">
                <a:solidFill>
                  <a:srgbClr val="E351E7"/>
                </a:solidFill>
              </a:rPr>
              <a:t>b</a:t>
            </a:r>
            <a:r>
              <a:rPr lang="fr-CA" sz="2000"/>
              <a:t>, qui contient …</a:t>
            </a:r>
          </a:p>
          <a:p>
            <a:pPr lvl="1"/>
            <a:r>
              <a:rPr lang="fr-CA" sz="2000"/>
              <a:t>du texte !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8020394-3F8B-4E56-9E80-8CA57E57A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69" y="4268344"/>
            <a:ext cx="2968557" cy="2036759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E3EE6B1-41AF-4246-8441-C118CE05D9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093" y="4849632"/>
            <a:ext cx="2278129" cy="145547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4B7857BB-0EFE-48B1-BD40-F2C5AA3463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2448" y="5103350"/>
            <a:ext cx="1751042" cy="1137683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4BBB8C01-8317-4444-919A-15B0B6D6B2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4302" y="5542064"/>
            <a:ext cx="1069418" cy="690916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29C4BBF8-993F-4F9B-A0B3-925B3484EF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8138" y="3839217"/>
            <a:ext cx="1514686" cy="876422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D4EBA954-B561-4869-AFCD-61EFCF49CA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8955" y="4374872"/>
            <a:ext cx="1081598" cy="625830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6C60F7A8-6D65-4397-8FCF-11A22C68D9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1970" y="4759346"/>
            <a:ext cx="911445" cy="527377"/>
          </a:xfrm>
          <a:prstGeom prst="rect">
            <a:avLst/>
          </a:prstGeom>
        </p:spPr>
      </p:pic>
      <p:sp>
        <p:nvSpPr>
          <p:cNvPr id="27" name="Espace réservé du contenu 2">
            <a:extLst>
              <a:ext uri="{FF2B5EF4-FFF2-40B4-BE49-F238E27FC236}">
                <a16:creationId xmlns:a16="http://schemas.microsoft.com/office/drawing/2014/main" id="{A43EFFAA-1A72-408C-AC8B-AE4F8BDF61B3}"/>
              </a:ext>
            </a:extLst>
          </p:cNvPr>
          <p:cNvSpPr txBox="1">
            <a:spLocks/>
          </p:cNvSpPr>
          <p:nvPr/>
        </p:nvSpPr>
        <p:spPr>
          <a:xfrm>
            <a:off x="9417997" y="5661602"/>
            <a:ext cx="1175452" cy="33388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Char char=""/>
              <a:defRPr sz="2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A" sz="2000"/>
              <a:t>Du texte</a:t>
            </a: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F12ACEBC-5788-4BA9-8022-3F6277DDE6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3276" y="5199788"/>
            <a:ext cx="654297" cy="37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330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FA7A1F-D3E0-451F-9964-60015ADC6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Structure de base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D3D395-3ADF-4F26-8CFE-08304EE7A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i="1"/>
              <a:t>Croiser</a:t>
            </a:r>
            <a:r>
              <a:rPr lang="fr-CA"/>
              <a:t> des éléments pourrait être tentant … mais c’est </a:t>
            </a:r>
            <a:r>
              <a:rPr lang="fr-CA" b="1"/>
              <a:t>interdit</a:t>
            </a:r>
            <a:r>
              <a:rPr lang="fr-CA"/>
              <a:t> !</a:t>
            </a:r>
          </a:p>
          <a:p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  <a:p>
            <a:r>
              <a:rPr lang="en-CA"/>
              <a:t>Voici la bonne façon de faire :</a:t>
            </a:r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799D4DE-FD20-48CB-94C5-9444B3202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653" y="1658635"/>
            <a:ext cx="6994693" cy="375400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7D3841C-FDDE-4FBB-B0E9-BC43F5199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808" y="2371577"/>
            <a:ext cx="8640381" cy="105742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72B9510-4BA5-40EF-8184-BF46A2232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2064" y="4355537"/>
            <a:ext cx="7178662" cy="533446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2898BBF-EBB7-4CFC-B08B-03CF94BA5C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4860" y="5261631"/>
            <a:ext cx="8602275" cy="657317"/>
          </a:xfrm>
          <a:prstGeom prst="rect">
            <a:avLst/>
          </a:prstGeom>
        </p:spPr>
      </p:pic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F5C7F814-69C8-4E8B-96E9-5625FE1509E4}"/>
              </a:ext>
            </a:extLst>
          </p:cNvPr>
          <p:cNvSpPr txBox="1">
            <a:spLocks/>
          </p:cNvSpPr>
          <p:nvPr/>
        </p:nvSpPr>
        <p:spPr>
          <a:xfrm>
            <a:off x="0" y="6081259"/>
            <a:ext cx="10652593" cy="3726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Char char=""/>
              <a:defRPr sz="2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A" sz="1600"/>
              <a:t>* L’élément </a:t>
            </a:r>
            <a:r>
              <a:rPr lang="fr-CA" sz="1600" b="1">
                <a:solidFill>
                  <a:srgbClr val="E351E7"/>
                </a:solidFill>
              </a:rPr>
              <a:t>b</a:t>
            </a:r>
            <a:r>
              <a:rPr lang="fr-CA" sz="1600"/>
              <a:t> rend le texte </a:t>
            </a:r>
            <a:r>
              <a:rPr lang="fr-CA" sz="1600" b="1"/>
              <a:t>gras</a:t>
            </a:r>
            <a:r>
              <a:rPr lang="fr-CA" sz="1600"/>
              <a:t>. L’élément </a:t>
            </a:r>
            <a:r>
              <a:rPr lang="fr-CA" sz="1600" b="1">
                <a:solidFill>
                  <a:srgbClr val="E351E7"/>
                </a:solidFill>
              </a:rPr>
              <a:t>i</a:t>
            </a:r>
            <a:r>
              <a:rPr lang="fr-CA" sz="1600"/>
              <a:t> met le texte en </a:t>
            </a:r>
            <a:r>
              <a:rPr lang="fr-CA" sz="1600" i="1"/>
              <a:t>italique</a:t>
            </a:r>
            <a:r>
              <a:rPr lang="fr-CA" sz="16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5597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61BB92-EAF2-44CF-B027-5925060ED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Structure de base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EA8D60-07CD-455C-899F-6784F7550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Parfois, c’est moins évident de trouver les balises mal formées ou croisées …</a:t>
            </a:r>
          </a:p>
          <a:p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  <a:p>
            <a:r>
              <a:rPr lang="fr-CA"/>
              <a:t>Heureusement, notre éditeur de code peut nous aider à identifier ce genre de détails !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1A225A3-52E8-4DA3-839F-677815159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927" y="2003936"/>
            <a:ext cx="6988146" cy="2850127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</p:spTree>
    <p:extLst>
      <p:ext uri="{BB962C8B-B14F-4D97-AF65-F5344CB8AC3E}">
        <p14:creationId xmlns:p14="http://schemas.microsoft.com/office/powerpoint/2010/main" val="1494783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EE8609-295F-4BAD-95DE-8B19AAE5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Question sur la syntaxe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002CB9-946F-40C8-BDEE-2CC50AD6E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Quelles sont les 2 erreurs de syntaxe ici ?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2FA602B-DF6F-4CA0-B709-5B256443A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290" y="2682175"/>
            <a:ext cx="7605419" cy="1493649"/>
          </a:xfrm>
          <a:prstGeom prst="rect">
            <a:avLst/>
          </a:prstGeom>
          <a:ln w="38100">
            <a:solidFill>
              <a:srgbClr val="B681AE"/>
            </a:solidFill>
          </a:ln>
        </p:spPr>
      </p:pic>
    </p:spTree>
    <p:extLst>
      <p:ext uri="{BB962C8B-B14F-4D97-AF65-F5344CB8AC3E}">
        <p14:creationId xmlns:p14="http://schemas.microsoft.com/office/powerpoint/2010/main" val="3959702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148B6C-E229-443F-9C7A-B32C235D8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Structure de base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0F331A-A593-41BC-A6AD-1EC57BD5A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Un élément HTML est composé des segments suivants :</a:t>
            </a:r>
          </a:p>
          <a:p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  <a:p>
            <a:pPr lvl="1"/>
            <a:r>
              <a:rPr lang="fr-CA"/>
              <a:t>La valeur d’un </a:t>
            </a:r>
            <a:r>
              <a:rPr lang="fr-CA" b="1"/>
              <a:t>attribut</a:t>
            </a:r>
            <a:r>
              <a:rPr lang="fr-CA"/>
              <a:t> doit être encadrée avec des </a:t>
            </a:r>
            <a:r>
              <a:rPr lang="fr-CA" b="1"/>
              <a:t>guillemets</a:t>
            </a:r>
            <a:r>
              <a:rPr lang="fr-CA"/>
              <a:t>. Ils sont toujours situés dans la balise ouvrante … s’il y en a !</a:t>
            </a:r>
          </a:p>
          <a:p>
            <a:pPr lvl="1"/>
            <a:r>
              <a:rPr lang="fr-CA"/>
              <a:t>Les </a:t>
            </a:r>
            <a:r>
              <a:rPr lang="fr-CA" b="1"/>
              <a:t>attributs</a:t>
            </a:r>
            <a:r>
              <a:rPr lang="fr-CA"/>
              <a:t> sont parfois optionnels.</a:t>
            </a:r>
          </a:p>
          <a:p>
            <a:pPr lvl="1"/>
            <a:r>
              <a:rPr lang="fr-CA"/>
              <a:t>Tous les éléments ne contiennent pas forcément un </a:t>
            </a:r>
            <a:r>
              <a:rPr lang="fr-CA" b="1"/>
              <a:t>contenu</a:t>
            </a:r>
            <a:r>
              <a:rPr lang="fr-CA"/>
              <a:t>.</a:t>
            </a:r>
          </a:p>
          <a:p>
            <a:pPr lvl="1"/>
            <a:r>
              <a:rPr lang="fr-CA"/>
              <a:t>Tous les éléments n’ont pas forcément besoin d’une </a:t>
            </a:r>
            <a:r>
              <a:rPr lang="fr-CA" b="1"/>
              <a:t>balise fermante</a:t>
            </a:r>
            <a:r>
              <a:rPr lang="fr-CA"/>
              <a:t>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D854EDC-B214-4E7F-8D2B-345646A5E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152" y="1697944"/>
            <a:ext cx="8573696" cy="1905266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</p:spTree>
    <p:extLst>
      <p:ext uri="{BB962C8B-B14F-4D97-AF65-F5344CB8AC3E}">
        <p14:creationId xmlns:p14="http://schemas.microsoft.com/office/powerpoint/2010/main" val="3070295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450294-B1FE-414D-9F58-9C92138BF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Structure de base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7900CB-EF5E-442D-8942-DBF41B38A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Une page HTML vide devrait au moins avoir la structure suivante :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1D05803-4463-4BCF-A1AE-BAF108CED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137" y="1730045"/>
            <a:ext cx="8603726" cy="4176122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</p:spTree>
    <p:extLst>
      <p:ext uri="{BB962C8B-B14F-4D97-AF65-F5344CB8AC3E}">
        <p14:creationId xmlns:p14="http://schemas.microsoft.com/office/powerpoint/2010/main" val="2792688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1DC263-30D6-4175-88C0-28E0AC68F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Structure de base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B68E7A-9681-4DC7-BCA5-31DDD964E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8912"/>
            <a:ext cx="10515600" cy="5147506"/>
          </a:xfrm>
        </p:spPr>
        <p:txBody>
          <a:bodyPr/>
          <a:lstStyle/>
          <a:p>
            <a:r>
              <a:rPr lang="fr-CA"/>
              <a:t>L’élément </a:t>
            </a:r>
            <a:r>
              <a:rPr lang="fr-CA" b="1">
                <a:solidFill>
                  <a:srgbClr val="E351E7"/>
                </a:solidFill>
              </a:rPr>
              <a:t>body</a:t>
            </a:r>
            <a:r>
              <a:rPr lang="fr-CA"/>
              <a:t> contient tous les éléments visibles par l’utilisateur dans le corps de la page.</a:t>
            </a:r>
          </a:p>
          <a:p>
            <a:pPr lvl="1"/>
            <a:r>
              <a:rPr lang="fr-CA"/>
              <a:t>Images, paragraphes, lecteur vidéo, formulaire, menu de navigation, etc.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186564B-F876-4681-9311-037EB5807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40" y="2412642"/>
            <a:ext cx="5114520" cy="917278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9E0A050-BE72-4126-A5AA-6FA1EAC9B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539996"/>
            <a:ext cx="4987034" cy="2534004"/>
          </a:xfrm>
          <a:prstGeom prst="rect">
            <a:avLst/>
          </a:prstGeom>
        </p:spPr>
      </p:pic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CBA0D141-A5BC-4120-BA78-CD2A71F43143}"/>
              </a:ext>
            </a:extLst>
          </p:cNvPr>
          <p:cNvSpPr txBox="1">
            <a:spLocks/>
          </p:cNvSpPr>
          <p:nvPr/>
        </p:nvSpPr>
        <p:spPr>
          <a:xfrm>
            <a:off x="5920902" y="3775217"/>
            <a:ext cx="5706893" cy="22404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Char char=""/>
              <a:defRPr sz="2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A" sz="2400"/>
              <a:t>Par exemple, </a:t>
            </a:r>
            <a:r>
              <a:rPr lang="fr-CA" sz="2400" b="1">
                <a:solidFill>
                  <a:srgbClr val="E351E7"/>
                </a:solidFill>
              </a:rPr>
              <a:t>body</a:t>
            </a:r>
            <a:r>
              <a:rPr lang="fr-CA" sz="2400"/>
              <a:t> correspond véritablement à l’entièreté de la page dans le navigateur ci-gauche. (Encadré </a:t>
            </a:r>
            <a:r>
              <a:rPr lang="fr-CA" sz="2400">
                <a:solidFill>
                  <a:schemeClr val="tx1"/>
                </a:solidFill>
              </a:rPr>
              <a:t>noir</a:t>
            </a:r>
            <a:r>
              <a:rPr lang="fr-CA" sz="2400"/>
              <a:t> pointillé)</a:t>
            </a:r>
          </a:p>
        </p:txBody>
      </p:sp>
    </p:spTree>
    <p:extLst>
      <p:ext uri="{BB962C8B-B14F-4D97-AF65-F5344CB8AC3E}">
        <p14:creationId xmlns:p14="http://schemas.microsoft.com/office/powerpoint/2010/main" val="2110287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F9BCB3-F5BD-4E70-9EEF-62F463B17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L’élément </a:t>
            </a:r>
            <a:r>
              <a:rPr lang="fr-CA" b="1">
                <a:solidFill>
                  <a:srgbClr val="E351E7"/>
                </a:solidFill>
              </a:rPr>
              <a:t>head</a:t>
            </a:r>
            <a:r>
              <a:rPr lang="fr-CA"/>
              <a:t> permet de préciser des métadonnées de notre page HTML. </a:t>
            </a:r>
          </a:p>
          <a:p>
            <a:pPr lvl="1"/>
            <a:r>
              <a:rPr lang="fr-CA"/>
              <a:t>Titre de l’onglet (et titre de notre page dans un moteur de recherche !), lien avec d’autres documents, auteur, description, famille de caractères, styles, etc.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marL="457200" lvl="1" indent="0">
              <a:buNone/>
            </a:pPr>
            <a:endParaRPr lang="fr-CA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D09F5513-A504-4164-8ECB-21114B154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" y="136525"/>
            <a:ext cx="5354638" cy="608013"/>
          </a:xfrm>
        </p:spPr>
        <p:txBody>
          <a:bodyPr/>
          <a:lstStyle/>
          <a:p>
            <a:r>
              <a:rPr lang="fr-CA"/>
              <a:t>Structure de base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07BAC00-DF06-4EA8-AD2E-BFAA69CC8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671" y="3093838"/>
            <a:ext cx="8504657" cy="2888230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</p:spTree>
    <p:extLst>
      <p:ext uri="{BB962C8B-B14F-4D97-AF65-F5344CB8AC3E}">
        <p14:creationId xmlns:p14="http://schemas.microsoft.com/office/powerpoint/2010/main" val="36737683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05AB31-8830-4766-9AF0-E6F0E98D2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Structure de base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E33084-A061-4A5C-A789-57DAB4B18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2427"/>
            <a:ext cx="10515600" cy="5147506"/>
          </a:xfrm>
        </p:spPr>
        <p:txBody>
          <a:bodyPr/>
          <a:lstStyle/>
          <a:p>
            <a:r>
              <a:rPr lang="fr-CA"/>
              <a:t>Trois éléments sont </a:t>
            </a:r>
            <a:r>
              <a:rPr lang="fr-CA" b="1"/>
              <a:t>obligatoires</a:t>
            </a:r>
            <a:r>
              <a:rPr lang="fr-CA"/>
              <a:t> :</a:t>
            </a:r>
          </a:p>
          <a:p>
            <a:pPr lvl="1"/>
            <a:r>
              <a:rPr lang="fr-CA"/>
              <a:t>Élément</a:t>
            </a:r>
            <a:r>
              <a:rPr lang="fr-CA">
                <a:solidFill>
                  <a:srgbClr val="E351E7"/>
                </a:solidFill>
              </a:rPr>
              <a:t> </a:t>
            </a:r>
            <a:r>
              <a:rPr lang="fr-CA" b="1" err="1">
                <a:solidFill>
                  <a:srgbClr val="E351E7"/>
                </a:solidFill>
              </a:rPr>
              <a:t>title</a:t>
            </a:r>
            <a:r>
              <a:rPr lang="fr-CA"/>
              <a:t> : Détermine le </a:t>
            </a:r>
            <a:r>
              <a:rPr lang="fr-CA" b="1"/>
              <a:t>titre</a:t>
            </a:r>
            <a:r>
              <a:rPr lang="fr-CA"/>
              <a:t> de la page Web. Cette information n’est qu’affichée dans le nom de l’onglet et dans les moteurs de recherche.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r>
              <a:rPr lang="fr-CA"/>
              <a:t>Élément </a:t>
            </a:r>
            <a:r>
              <a:rPr lang="fr-CA" b="1" err="1">
                <a:solidFill>
                  <a:srgbClr val="E351E7"/>
                </a:solidFill>
              </a:rPr>
              <a:t>meta</a:t>
            </a:r>
            <a:r>
              <a:rPr lang="fr-CA" b="1">
                <a:solidFill>
                  <a:srgbClr val="E351E7"/>
                </a:solidFill>
              </a:rPr>
              <a:t> </a:t>
            </a:r>
            <a:r>
              <a:rPr lang="fr-CA" b="1" err="1">
                <a:solidFill>
                  <a:srgbClr val="E351E7"/>
                </a:solidFill>
              </a:rPr>
              <a:t>charset</a:t>
            </a:r>
            <a:r>
              <a:rPr lang="fr-CA" b="1">
                <a:solidFill>
                  <a:srgbClr val="E351E7"/>
                </a:solidFill>
              </a:rPr>
              <a:t> </a:t>
            </a:r>
            <a:r>
              <a:rPr lang="fr-CA"/>
              <a:t>: Spécifie </a:t>
            </a:r>
            <a:r>
              <a:rPr lang="fr-CA" b="1"/>
              <a:t>la famille de caractères </a:t>
            </a:r>
            <a:r>
              <a:rPr lang="fr-CA"/>
              <a:t>utilisée par la page Web. On met toujours </a:t>
            </a:r>
            <a:r>
              <a:rPr lang="fr-CA" b="1"/>
              <a:t>UTF-8</a:t>
            </a:r>
            <a:r>
              <a:rPr lang="fr-CA"/>
              <a:t> ici. 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r>
              <a:rPr lang="fr-CA"/>
              <a:t>Élément </a:t>
            </a:r>
            <a:r>
              <a:rPr lang="fr-CA" b="1" err="1">
                <a:solidFill>
                  <a:srgbClr val="E351E7"/>
                </a:solidFill>
              </a:rPr>
              <a:t>meta</a:t>
            </a:r>
            <a:r>
              <a:rPr lang="fr-CA"/>
              <a:t> (</a:t>
            </a:r>
            <a:r>
              <a:rPr lang="fr-CA" err="1">
                <a:solidFill>
                  <a:srgbClr val="E351E7"/>
                </a:solidFill>
              </a:rPr>
              <a:t>viewport</a:t>
            </a:r>
            <a:r>
              <a:rPr lang="fr-CA"/>
              <a:t>) : Ajuste la </a:t>
            </a:r>
            <a:r>
              <a:rPr lang="fr-CA" b="1"/>
              <a:t>taille</a:t>
            </a:r>
            <a:r>
              <a:rPr lang="fr-CA"/>
              <a:t> d’affichage du site Web. Ci-dessous, on l’adapte à l’appareil (</a:t>
            </a:r>
            <a:r>
              <a:rPr lang="fr-CA" err="1"/>
              <a:t>width</a:t>
            </a:r>
            <a:r>
              <a:rPr lang="fr-CA"/>
              <a:t>=</a:t>
            </a:r>
            <a:r>
              <a:rPr lang="fr-CA" err="1"/>
              <a:t>device-width</a:t>
            </a:r>
            <a:r>
              <a:rPr lang="fr-CA"/>
              <a:t>) et on met le </a:t>
            </a:r>
            <a:r>
              <a:rPr lang="fr-CA" b="1"/>
              <a:t>zoom</a:t>
            </a:r>
            <a:r>
              <a:rPr lang="fr-CA"/>
              <a:t> par défaut à 100% (initial-</a:t>
            </a:r>
            <a:r>
              <a:rPr lang="fr-CA" err="1"/>
              <a:t>scale</a:t>
            </a:r>
            <a:r>
              <a:rPr lang="fr-CA"/>
              <a:t>=1.0)</a:t>
            </a:r>
          </a:p>
          <a:p>
            <a:pPr lvl="1"/>
            <a:endParaRPr lang="fr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ED9C8C1-D13A-4817-980F-4FF8FD82C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364" y="2476878"/>
            <a:ext cx="3269263" cy="259102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BA642C5-0DCF-4843-BA34-4F82A5449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6152" y="2278740"/>
            <a:ext cx="2507197" cy="655377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54AB349D-24E8-4EBE-A25D-ECB38C33FDBD}"/>
              </a:ext>
            </a:extLst>
          </p:cNvPr>
          <p:cNvCxnSpPr>
            <a:cxnSpLocks/>
          </p:cNvCxnSpPr>
          <p:nvPr/>
        </p:nvCxnSpPr>
        <p:spPr>
          <a:xfrm>
            <a:off x="5531796" y="2606430"/>
            <a:ext cx="1660187" cy="0"/>
          </a:xfrm>
          <a:prstGeom prst="straightConnector1">
            <a:avLst/>
          </a:prstGeom>
          <a:ln w="76200">
            <a:solidFill>
              <a:srgbClr val="8197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>
            <a:extLst>
              <a:ext uri="{FF2B5EF4-FFF2-40B4-BE49-F238E27FC236}">
                <a16:creationId xmlns:a16="http://schemas.microsoft.com/office/drawing/2014/main" id="{BC693632-A8D5-49AA-A7A4-8B8F512A46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2100" y="3934098"/>
            <a:ext cx="2499577" cy="259102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C58FEE73-8BC5-4A31-9C92-031BE329B1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3920" y="5696237"/>
            <a:ext cx="7795936" cy="259102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</p:spTree>
    <p:extLst>
      <p:ext uri="{BB962C8B-B14F-4D97-AF65-F5344CB8AC3E}">
        <p14:creationId xmlns:p14="http://schemas.microsoft.com/office/powerpoint/2010/main" val="16029385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2C8FDC-5003-4CE4-845F-A4354044A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Structure de base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FD630D-26F0-43B0-90A9-30B1700DE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Trois éléments sont </a:t>
            </a:r>
            <a:r>
              <a:rPr lang="fr-CA" b="1"/>
              <a:t>optionnels</a:t>
            </a:r>
            <a:r>
              <a:rPr lang="fr-CA"/>
              <a:t>, mais très utiles :</a:t>
            </a:r>
          </a:p>
          <a:p>
            <a:pPr lvl="1"/>
            <a:r>
              <a:rPr lang="fr-CA"/>
              <a:t>Élément </a:t>
            </a:r>
            <a:r>
              <a:rPr lang="fr-CA" b="1" err="1">
                <a:solidFill>
                  <a:srgbClr val="E351E7"/>
                </a:solidFill>
              </a:rPr>
              <a:t>meta</a:t>
            </a:r>
            <a:r>
              <a:rPr lang="fr-CA"/>
              <a:t> (</a:t>
            </a:r>
            <a:r>
              <a:rPr lang="fr-CA">
                <a:solidFill>
                  <a:srgbClr val="E351E7"/>
                </a:solidFill>
              </a:rPr>
              <a:t>description</a:t>
            </a:r>
            <a:r>
              <a:rPr lang="fr-CA"/>
              <a:t>) : Spécifie la </a:t>
            </a:r>
            <a:r>
              <a:rPr lang="fr-CA" b="1"/>
              <a:t>description</a:t>
            </a:r>
            <a:r>
              <a:rPr lang="fr-CA"/>
              <a:t> du site. Elle apparaîtra généralement dans les moteurs de recherche.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r>
              <a:rPr lang="fr-CA"/>
              <a:t>Élément </a:t>
            </a:r>
            <a:r>
              <a:rPr lang="fr-CA" b="1" err="1">
                <a:solidFill>
                  <a:srgbClr val="E351E7"/>
                </a:solidFill>
              </a:rPr>
              <a:t>meta</a:t>
            </a:r>
            <a:r>
              <a:rPr lang="fr-CA"/>
              <a:t> (</a:t>
            </a:r>
            <a:r>
              <a:rPr lang="fr-CA">
                <a:solidFill>
                  <a:srgbClr val="E351E7"/>
                </a:solidFill>
              </a:rPr>
              <a:t>keywords</a:t>
            </a:r>
            <a:r>
              <a:rPr lang="fr-CA"/>
              <a:t>) : Spécifie les « </a:t>
            </a:r>
            <a:r>
              <a:rPr lang="fr-CA" b="1"/>
              <a:t>mots-clés </a:t>
            </a:r>
            <a:r>
              <a:rPr lang="fr-CA"/>
              <a:t>» du site Web. Aide les moteurs de recherche à référencer la page lorsque c’est pertinent. Il faut séparer les mots-clés par des </a:t>
            </a:r>
            <a:r>
              <a:rPr lang="fr-CA" b="1"/>
              <a:t>virgules</a:t>
            </a:r>
            <a:r>
              <a:rPr lang="fr-CA"/>
              <a:t>.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r>
              <a:rPr lang="fr-CA"/>
              <a:t>Élément </a:t>
            </a:r>
            <a:r>
              <a:rPr lang="fr-CA" b="1" err="1">
                <a:solidFill>
                  <a:srgbClr val="E351E7"/>
                </a:solidFill>
              </a:rPr>
              <a:t>meta</a:t>
            </a:r>
            <a:r>
              <a:rPr lang="fr-CA"/>
              <a:t> (</a:t>
            </a:r>
            <a:r>
              <a:rPr lang="fr-CA" err="1">
                <a:solidFill>
                  <a:srgbClr val="E351E7"/>
                </a:solidFill>
              </a:rPr>
              <a:t>author</a:t>
            </a:r>
            <a:r>
              <a:rPr lang="fr-CA"/>
              <a:t>) : Spécifie le ou les </a:t>
            </a:r>
            <a:r>
              <a:rPr lang="fr-CA" b="1"/>
              <a:t>auteur(s) </a:t>
            </a:r>
            <a:r>
              <a:rPr lang="fr-CA"/>
              <a:t>de la page Web.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B861C90-8535-4D1D-9712-A2DB1604B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349" y="2454846"/>
            <a:ext cx="7216765" cy="236240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1DBB90F-1EA6-417F-B734-FDFC9FF84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108" y="4320768"/>
            <a:ext cx="8131245" cy="236240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C7CF430-002B-4A5C-93D5-477B355860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1631" y="5353689"/>
            <a:ext cx="5288738" cy="236240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</p:spTree>
    <p:extLst>
      <p:ext uri="{BB962C8B-B14F-4D97-AF65-F5344CB8AC3E}">
        <p14:creationId xmlns:p14="http://schemas.microsoft.com/office/powerpoint/2010/main" val="19332091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148B6C-E229-443F-9C7A-B32C235D8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Structure de base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0F331A-A593-41BC-A6AD-1EC57BD5A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Les éléments </a:t>
            </a:r>
            <a:r>
              <a:rPr lang="fr-CA" b="1" err="1">
                <a:solidFill>
                  <a:srgbClr val="E351E7"/>
                </a:solidFill>
              </a:rPr>
              <a:t>head</a:t>
            </a:r>
            <a:r>
              <a:rPr lang="fr-CA"/>
              <a:t> et </a:t>
            </a:r>
            <a:r>
              <a:rPr lang="fr-CA" b="1">
                <a:solidFill>
                  <a:srgbClr val="E351E7"/>
                </a:solidFill>
              </a:rPr>
              <a:t>body</a:t>
            </a:r>
            <a:r>
              <a:rPr lang="fr-CA"/>
              <a:t> sont englobés par l’élément </a:t>
            </a:r>
            <a:r>
              <a:rPr lang="fr-CA" b="1">
                <a:solidFill>
                  <a:srgbClr val="E351E7"/>
                </a:solidFill>
              </a:rPr>
              <a:t>html</a:t>
            </a:r>
            <a:r>
              <a:rPr lang="fr-CA"/>
              <a:t>.</a:t>
            </a:r>
          </a:p>
          <a:p>
            <a:pPr lvl="1"/>
            <a:r>
              <a:rPr lang="fr-CA"/>
              <a:t>L’élément </a:t>
            </a:r>
            <a:r>
              <a:rPr lang="fr-CA" b="1">
                <a:solidFill>
                  <a:srgbClr val="E351E7"/>
                </a:solidFill>
              </a:rPr>
              <a:t>html</a:t>
            </a:r>
            <a:r>
              <a:rPr lang="fr-CA"/>
              <a:t> contient </a:t>
            </a:r>
            <a:r>
              <a:rPr lang="fr-CA" b="1"/>
              <a:t>TOUT</a:t>
            </a:r>
            <a:r>
              <a:rPr lang="fr-CA"/>
              <a:t> !</a:t>
            </a:r>
          </a:p>
          <a:p>
            <a:pPr lvl="1"/>
            <a:r>
              <a:rPr lang="fr-CA"/>
              <a:t>… Sauf la déclaration </a:t>
            </a:r>
            <a:r>
              <a:rPr lang="fr-CA">
                <a:solidFill>
                  <a:srgbClr val="E351E7"/>
                </a:solidFill>
              </a:rPr>
              <a:t>&lt;!DOCTYPE html&gt;</a:t>
            </a:r>
            <a:r>
              <a:rPr lang="fr-CA"/>
              <a:t> à insérer au début de tout document HTML. (Cette ligne sert d’instruction au navigateur Web pour indiquer quelle version de HTML est utilisée…)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2A69083-CF45-4F61-8B0E-E3F30186F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817" y="3062030"/>
            <a:ext cx="6260365" cy="3038689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</p:spTree>
    <p:extLst>
      <p:ext uri="{BB962C8B-B14F-4D97-AF65-F5344CB8AC3E}">
        <p14:creationId xmlns:p14="http://schemas.microsoft.com/office/powerpoint/2010/main" val="18173250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148B6C-E229-443F-9C7A-B32C235D8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Structure de base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0F331A-A593-41BC-A6AD-1EC57BD5A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Les commentaires</a:t>
            </a:r>
          </a:p>
          <a:p>
            <a:pPr lvl="1"/>
            <a:r>
              <a:rPr lang="fr-CA"/>
              <a:t>Sont ignorés lors de l’affichage de la page Web.</a:t>
            </a:r>
          </a:p>
          <a:p>
            <a:pPr lvl="1"/>
            <a:r>
              <a:rPr lang="fr-CA"/>
              <a:t>Servent simplement d’indice / de description pour les développeurs.</a:t>
            </a:r>
          </a:p>
          <a:p>
            <a:pPr lvl="1"/>
            <a:r>
              <a:rPr lang="fr-CA"/>
              <a:t>Ils prennent la forme suivante :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r>
              <a:rPr lang="fr-CA"/>
              <a:t>On peut les glisser à peu près n’importe où, tant que la syntaxe </a:t>
            </a:r>
            <a:r>
              <a:rPr lang="fr-CA" b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&lt;!--</a:t>
            </a:r>
            <a:r>
              <a:rPr lang="fr-CA"/>
              <a:t> … </a:t>
            </a:r>
            <a:r>
              <a:rPr lang="fr-CA" b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--&gt;</a:t>
            </a:r>
            <a:r>
              <a:rPr lang="fr-CA"/>
              <a:t> est respectée.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B93A850-E810-4447-9AAB-9E612EF2C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134" y="2900022"/>
            <a:ext cx="4397731" cy="1417508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BBE52993-F530-4E0F-A592-5E9AE29BEEF1}"/>
              </a:ext>
            </a:extLst>
          </p:cNvPr>
          <p:cNvCxnSpPr>
            <a:cxnSpLocks/>
          </p:cNvCxnSpPr>
          <p:nvPr/>
        </p:nvCxnSpPr>
        <p:spPr>
          <a:xfrm>
            <a:off x="4870315" y="2608713"/>
            <a:ext cx="460442" cy="770027"/>
          </a:xfrm>
          <a:prstGeom prst="straightConnector1">
            <a:avLst/>
          </a:prstGeom>
          <a:ln w="76200">
            <a:solidFill>
              <a:srgbClr val="8197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9175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148B6C-E229-443F-9C7A-B32C235D8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Structure de base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0F331A-A593-41BC-A6AD-1EC57BD5A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Les caractères spéciaux</a:t>
            </a:r>
          </a:p>
          <a:p>
            <a:pPr lvl="1"/>
            <a:r>
              <a:rPr lang="fr-CA"/>
              <a:t>Certains caractères peuvent être affichés à l’aide « d’entités de caractères ».</a:t>
            </a:r>
          </a:p>
          <a:p>
            <a:pPr lvl="1"/>
            <a:r>
              <a:rPr lang="fr-CA"/>
              <a:t>Ces entités de caractères ont la forme suivante : </a:t>
            </a:r>
            <a:r>
              <a:rPr lang="fr-CA" b="1">
                <a:solidFill>
                  <a:srgbClr val="E351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&amp;…;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r>
              <a:rPr lang="fr-CA"/>
              <a:t>Étant donné que les navigateurs ne prennent pas en compte les espaces ordinaires (ils les effacent pour n’en laisser que 1 seul), </a:t>
            </a:r>
            <a:r>
              <a:rPr lang="fr-CA">
                <a:solidFill>
                  <a:srgbClr val="E351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fr-CA" err="1">
                <a:solidFill>
                  <a:srgbClr val="E351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nbsp</a:t>
            </a:r>
            <a:r>
              <a:rPr lang="fr-CA">
                <a:solidFill>
                  <a:srgbClr val="E351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fr-CA"/>
              <a:t>permet de mettre plusieurs espaces d’affilé.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93C98DA-3D16-4F21-A4D6-62FBBF7F3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2217" y="2685986"/>
            <a:ext cx="4701947" cy="1486029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771EDCD-F27E-444C-AE34-9BA4FCD688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924" y="2497260"/>
            <a:ext cx="2900348" cy="1960421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1DDD8422-FB69-44B5-9B93-3C2C6B64FB51}"/>
              </a:ext>
            </a:extLst>
          </p:cNvPr>
          <p:cNvCxnSpPr>
            <a:cxnSpLocks/>
          </p:cNvCxnSpPr>
          <p:nvPr/>
        </p:nvCxnSpPr>
        <p:spPr>
          <a:xfrm>
            <a:off x="6624416" y="3401988"/>
            <a:ext cx="1138256" cy="0"/>
          </a:xfrm>
          <a:prstGeom prst="straightConnector1">
            <a:avLst/>
          </a:prstGeom>
          <a:ln w="76200">
            <a:solidFill>
              <a:srgbClr val="8197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AAE39512-8A7B-4F37-9EAB-0FEC58739285}"/>
              </a:ext>
            </a:extLst>
          </p:cNvPr>
          <p:cNvSpPr txBox="1"/>
          <p:nvPr/>
        </p:nvSpPr>
        <p:spPr>
          <a:xfrm>
            <a:off x="51639" y="5925484"/>
            <a:ext cx="79312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>
                <a:solidFill>
                  <a:srgbClr val="8197B6"/>
                </a:solidFill>
              </a:rPr>
              <a:t>Liste de caractères spéciaux : </a:t>
            </a:r>
            <a:r>
              <a:rPr lang="fr-CA">
                <a:hlinkClick r:id="rId5"/>
              </a:rPr>
              <a:t>https://dev.w3.org/html5/html-author/charref</a:t>
            </a:r>
            <a:endParaRPr lang="fr-CA"/>
          </a:p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692266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373912-2DB0-428F-A7F7-F09B6DA92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Éléments de base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818FA6-2990-4BFD-BE4F-BEE93099C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Abordons quelques éléments HTML de base :</a:t>
            </a:r>
          </a:p>
          <a:p>
            <a:pPr lvl="1"/>
            <a:r>
              <a:rPr lang="fr-CA" b="1"/>
              <a:t>p</a:t>
            </a:r>
            <a:r>
              <a:rPr lang="fr-CA"/>
              <a:t> : Paragraphe</a:t>
            </a:r>
          </a:p>
          <a:p>
            <a:pPr lvl="1"/>
            <a:r>
              <a:rPr lang="fr-CA" b="1" err="1"/>
              <a:t>br</a:t>
            </a:r>
            <a:r>
              <a:rPr lang="fr-CA"/>
              <a:t> : Saut de ligne</a:t>
            </a:r>
          </a:p>
          <a:p>
            <a:pPr lvl="1"/>
            <a:r>
              <a:rPr lang="fr-CA" b="1"/>
              <a:t>h1</a:t>
            </a:r>
            <a:r>
              <a:rPr lang="fr-CA"/>
              <a:t>, </a:t>
            </a:r>
            <a:r>
              <a:rPr lang="fr-CA" b="1"/>
              <a:t>h2</a:t>
            </a:r>
            <a:r>
              <a:rPr lang="fr-CA"/>
              <a:t>, </a:t>
            </a:r>
            <a:r>
              <a:rPr lang="fr-CA" b="1"/>
              <a:t>h3</a:t>
            </a:r>
            <a:r>
              <a:rPr lang="fr-CA"/>
              <a:t>, </a:t>
            </a:r>
            <a:r>
              <a:rPr lang="fr-CA" b="1"/>
              <a:t>h4</a:t>
            </a:r>
            <a:r>
              <a:rPr lang="fr-CA"/>
              <a:t>, </a:t>
            </a:r>
            <a:r>
              <a:rPr lang="fr-CA" b="1"/>
              <a:t>h5</a:t>
            </a:r>
            <a:r>
              <a:rPr lang="fr-CA"/>
              <a:t> et </a:t>
            </a:r>
            <a:r>
              <a:rPr lang="fr-CA" b="1"/>
              <a:t>h6</a:t>
            </a:r>
            <a:r>
              <a:rPr lang="fr-CA"/>
              <a:t> : Titres et sous-titres</a:t>
            </a:r>
          </a:p>
          <a:p>
            <a:pPr lvl="1"/>
            <a:r>
              <a:rPr lang="fr-CA" b="1" err="1"/>
              <a:t>strong</a:t>
            </a:r>
            <a:r>
              <a:rPr lang="fr-CA"/>
              <a:t> et </a:t>
            </a:r>
            <a:r>
              <a:rPr lang="fr-CA" b="1" err="1"/>
              <a:t>em</a:t>
            </a:r>
            <a:r>
              <a:rPr lang="fr-CA"/>
              <a:t> : Texte en gras (</a:t>
            </a:r>
            <a:r>
              <a:rPr lang="fr-CA" b="1" err="1"/>
              <a:t>strong</a:t>
            </a:r>
            <a:r>
              <a:rPr lang="fr-CA"/>
              <a:t>) et en italique(</a:t>
            </a:r>
            <a:r>
              <a:rPr lang="fr-CA" b="1" err="1"/>
              <a:t>em</a:t>
            </a:r>
            <a:r>
              <a:rPr lang="fr-CA"/>
              <a:t>)</a:t>
            </a:r>
          </a:p>
          <a:p>
            <a:pPr lvl="1"/>
            <a:r>
              <a:rPr lang="fr-CA" b="1" err="1"/>
              <a:t>ul</a:t>
            </a:r>
            <a:r>
              <a:rPr lang="fr-CA"/>
              <a:t>, </a:t>
            </a:r>
            <a:r>
              <a:rPr lang="fr-CA" b="1" err="1"/>
              <a:t>ol</a:t>
            </a:r>
            <a:r>
              <a:rPr lang="fr-CA"/>
              <a:t>, </a:t>
            </a:r>
            <a:r>
              <a:rPr lang="fr-CA" b="1"/>
              <a:t>li</a:t>
            </a:r>
            <a:r>
              <a:rPr lang="fr-CA"/>
              <a:t> : Listes</a:t>
            </a:r>
          </a:p>
          <a:p>
            <a:pPr lvl="1"/>
            <a:r>
              <a:rPr lang="fr-CA" b="1" err="1"/>
              <a:t>hr</a:t>
            </a:r>
            <a:r>
              <a:rPr lang="fr-CA"/>
              <a:t> : Ligne horizontale</a:t>
            </a:r>
          </a:p>
          <a:p>
            <a:pPr lvl="1"/>
            <a:r>
              <a:rPr lang="fr-CA" b="1" err="1"/>
              <a:t>img</a:t>
            </a:r>
            <a:r>
              <a:rPr lang="fr-CA"/>
              <a:t> : Images</a:t>
            </a:r>
          </a:p>
        </p:txBody>
      </p:sp>
    </p:spTree>
    <p:extLst>
      <p:ext uri="{BB962C8B-B14F-4D97-AF65-F5344CB8AC3E}">
        <p14:creationId xmlns:p14="http://schemas.microsoft.com/office/powerpoint/2010/main" val="39854661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97BC44-463B-4EE7-9EBA-BD80EBA88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Éléments de base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418A9D-0540-43AB-8E1E-881BF1BEF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L’élément </a:t>
            </a:r>
            <a:r>
              <a:rPr lang="fr-CA">
                <a:solidFill>
                  <a:srgbClr val="E351E7"/>
                </a:solidFill>
              </a:rPr>
              <a:t>p</a:t>
            </a:r>
          </a:p>
          <a:p>
            <a:pPr lvl="1"/>
            <a:r>
              <a:rPr lang="fr-CA"/>
              <a:t>Permet d’insérer des paragraphes dans la page Web. 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r>
              <a:rPr lang="fr-CA"/>
              <a:t>Un saut de ligne automatique est inséré à la fin de notre premier élément </a:t>
            </a:r>
            <a:r>
              <a:rPr lang="fr-CA">
                <a:solidFill>
                  <a:srgbClr val="E351E7"/>
                </a:solidFill>
              </a:rPr>
              <a:t>p</a:t>
            </a:r>
            <a:r>
              <a:rPr lang="fr-CA"/>
              <a:t>.</a:t>
            </a:r>
          </a:p>
          <a:p>
            <a:pPr lvl="1"/>
            <a:r>
              <a:rPr lang="fr-CA"/>
              <a:t>Notez toutefois que le saut de ligne ajouté à la main après « école. » n’a aucun effet sur l’affichage de notre page Web !</a:t>
            </a:r>
          </a:p>
          <a:p>
            <a:pPr lvl="1"/>
            <a:endParaRPr lang="fr-CA"/>
          </a:p>
          <a:p>
            <a:r>
              <a:rPr lang="fr-CA"/>
              <a:t>Mais alors, comment insérer un saut de ligne à l’intérieur d’un paragraphe ? </a:t>
            </a:r>
            <a:r>
              <a:rPr lang="en-CA"/>
              <a:t>😞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FD09F37-E8EC-4ED8-A644-872501A97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68137"/>
            <a:ext cx="6332769" cy="1097375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C60C834-4CA5-4854-AC64-AD4EC490C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8948" y="2079569"/>
            <a:ext cx="2674852" cy="1074513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82C1A179-D28D-419B-98FE-B69D56964AD8}"/>
              </a:ext>
            </a:extLst>
          </p:cNvPr>
          <p:cNvCxnSpPr>
            <a:cxnSpLocks/>
          </p:cNvCxnSpPr>
          <p:nvPr/>
        </p:nvCxnSpPr>
        <p:spPr>
          <a:xfrm>
            <a:off x="7393021" y="2616824"/>
            <a:ext cx="1076528" cy="0"/>
          </a:xfrm>
          <a:prstGeom prst="straightConnector1">
            <a:avLst/>
          </a:prstGeom>
          <a:ln w="76200">
            <a:solidFill>
              <a:srgbClr val="8197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26122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97BC44-463B-4EE7-9EBA-BD80EBA88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Éléments de base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418A9D-0540-43AB-8E1E-881BF1BEF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L’élément </a:t>
            </a:r>
            <a:r>
              <a:rPr lang="fr-CA">
                <a:solidFill>
                  <a:srgbClr val="E351E7"/>
                </a:solidFill>
              </a:rPr>
              <a:t>p</a:t>
            </a:r>
            <a:r>
              <a:rPr lang="fr-CA"/>
              <a:t> rencontre l’élément </a:t>
            </a:r>
            <a:r>
              <a:rPr lang="fr-CA">
                <a:solidFill>
                  <a:srgbClr val="E351E7"/>
                </a:solidFill>
              </a:rPr>
              <a:t>br</a:t>
            </a:r>
            <a:r>
              <a:rPr lang="fr-CA"/>
              <a:t> ♥</a:t>
            </a:r>
          </a:p>
          <a:p>
            <a:pPr lvl="1"/>
            <a:r>
              <a:rPr lang="fr-CA"/>
              <a:t>C’est un match parfait : </a:t>
            </a:r>
            <a:r>
              <a:rPr lang="fr-CA">
                <a:solidFill>
                  <a:srgbClr val="E351E7"/>
                </a:solidFill>
              </a:rPr>
              <a:t>br</a:t>
            </a:r>
            <a:r>
              <a:rPr lang="fr-CA"/>
              <a:t> permet d’insérer des sauts de ligne manuellement à l’intérieur d’un paragraphe !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1D9FD89-F15B-456E-895E-6018EC03D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103" y="2445255"/>
            <a:ext cx="8923793" cy="800169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251D840-3FB6-49F3-8B7D-7E559C276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486" y="4341716"/>
            <a:ext cx="2591025" cy="1607959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316D6A13-4583-4861-8264-2985F3B9243A}"/>
              </a:ext>
            </a:extLst>
          </p:cNvPr>
          <p:cNvCxnSpPr>
            <a:cxnSpLocks/>
          </p:cNvCxnSpPr>
          <p:nvPr/>
        </p:nvCxnSpPr>
        <p:spPr>
          <a:xfrm>
            <a:off x="6096000" y="3429000"/>
            <a:ext cx="0" cy="779834"/>
          </a:xfrm>
          <a:prstGeom prst="straightConnector1">
            <a:avLst/>
          </a:prstGeom>
          <a:ln w="76200">
            <a:solidFill>
              <a:srgbClr val="8197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0C68893F-A6A6-42AA-8124-BCAD2CC7C820}"/>
              </a:ext>
            </a:extLst>
          </p:cNvPr>
          <p:cNvSpPr txBox="1">
            <a:spLocks/>
          </p:cNvSpPr>
          <p:nvPr/>
        </p:nvSpPr>
        <p:spPr>
          <a:xfrm>
            <a:off x="382622" y="4279948"/>
            <a:ext cx="4092102" cy="1225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Char char=""/>
              <a:defRPr sz="2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A" sz="2400"/>
              <a:t>Remarquons que l’élément </a:t>
            </a:r>
            <a:r>
              <a:rPr lang="fr-CA" sz="2400">
                <a:solidFill>
                  <a:srgbClr val="E351E7"/>
                </a:solidFill>
              </a:rPr>
              <a:t>br</a:t>
            </a:r>
            <a:r>
              <a:rPr lang="fr-CA" sz="2400"/>
              <a:t> n’a ni contenu, ni balise fermante.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9976A93F-8DE6-4912-9D6B-5BA3F876DD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5471" y="3761058"/>
            <a:ext cx="1900270" cy="190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4541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DD7624-382A-4CB4-9B07-21F0515B0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Question sur &lt;br&gt;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959957-F1BC-4216-86F0-E820A33E0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Combien de </a:t>
            </a:r>
            <a:r>
              <a:rPr lang="fr-CA" b="1">
                <a:solidFill>
                  <a:srgbClr val="8197B6"/>
                </a:solidFill>
              </a:rPr>
              <a:t>&lt;br&gt; </a:t>
            </a:r>
            <a:r>
              <a:rPr lang="fr-CA"/>
              <a:t>y a-t-il dans le code au </a:t>
            </a:r>
            <a:r>
              <a:rPr lang="fr-CA" b="1"/>
              <a:t>minimum</a:t>
            </a:r>
            <a:r>
              <a:rPr lang="fr-CA"/>
              <a:t>, sachant</a:t>
            </a:r>
          </a:p>
          <a:p>
            <a:pPr marL="0" indent="0">
              <a:buNone/>
            </a:pPr>
            <a:r>
              <a:rPr lang="fr-CA"/>
              <a:t>qu’on a un seul paragraphe </a:t>
            </a:r>
            <a:r>
              <a:rPr lang="fr-CA" b="1">
                <a:solidFill>
                  <a:srgbClr val="8197B6"/>
                </a:solidFill>
              </a:rPr>
              <a:t>&lt;p&gt; </a:t>
            </a:r>
            <a:r>
              <a:rPr lang="fr-CA"/>
              <a:t>?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A678E39-2956-4052-98DF-75B1C7118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799" y="2268490"/>
            <a:ext cx="2536639" cy="2917730"/>
          </a:xfrm>
          <a:prstGeom prst="rect">
            <a:avLst/>
          </a:prstGeom>
          <a:ln w="38100">
            <a:solidFill>
              <a:srgbClr val="B681AE"/>
            </a:solidFill>
          </a:ln>
        </p:spPr>
      </p:pic>
    </p:spTree>
    <p:extLst>
      <p:ext uri="{BB962C8B-B14F-4D97-AF65-F5344CB8AC3E}">
        <p14:creationId xmlns:p14="http://schemas.microsoft.com/office/powerpoint/2010/main" val="36563569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DD7624-382A-4CB4-9B07-21F0515B0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Question sur &lt;br&gt;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959957-F1BC-4216-86F0-E820A33E0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Combien de </a:t>
            </a:r>
            <a:r>
              <a:rPr lang="fr-CA" b="1">
                <a:solidFill>
                  <a:srgbClr val="8197B6"/>
                </a:solidFill>
              </a:rPr>
              <a:t>&lt;br&gt; </a:t>
            </a:r>
            <a:r>
              <a:rPr lang="fr-CA"/>
              <a:t>y a-t-il dans le code au </a:t>
            </a:r>
            <a:r>
              <a:rPr lang="fr-CA" b="1"/>
              <a:t>minimum</a:t>
            </a:r>
            <a:r>
              <a:rPr lang="fr-CA"/>
              <a:t>, sachant</a:t>
            </a:r>
          </a:p>
          <a:p>
            <a:pPr marL="0" indent="0">
              <a:buNone/>
            </a:pPr>
            <a:r>
              <a:rPr lang="fr-CA"/>
              <a:t>qu’on a un seul paragraphe </a:t>
            </a:r>
            <a:r>
              <a:rPr lang="fr-CA" b="1">
                <a:solidFill>
                  <a:srgbClr val="8197B6"/>
                </a:solidFill>
              </a:rPr>
              <a:t>&lt;p&gt; </a:t>
            </a:r>
            <a:r>
              <a:rPr lang="fr-CA"/>
              <a:t>?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A678E39-2956-4052-98DF-75B1C7118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799" y="2268490"/>
            <a:ext cx="2536639" cy="2917730"/>
          </a:xfrm>
          <a:prstGeom prst="rect">
            <a:avLst/>
          </a:prstGeom>
          <a:ln w="38100">
            <a:solidFill>
              <a:srgbClr val="B681AE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232F095-24D2-4F40-B3AF-D237DB7AE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825" y="5470836"/>
            <a:ext cx="9068586" cy="495343"/>
          </a:xfrm>
          <a:prstGeom prst="rect">
            <a:avLst/>
          </a:prstGeom>
          <a:ln w="38100">
            <a:solidFill>
              <a:srgbClr val="B681AE"/>
            </a:solidFill>
          </a:ln>
        </p:spPr>
      </p:pic>
    </p:spTree>
    <p:extLst>
      <p:ext uri="{BB962C8B-B14F-4D97-AF65-F5344CB8AC3E}">
        <p14:creationId xmlns:p14="http://schemas.microsoft.com/office/powerpoint/2010/main" val="27536716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97BC44-463B-4EE7-9EBA-BD80EBA88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Éléments de base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418A9D-0540-43AB-8E1E-881BF1BEF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Les éléments </a:t>
            </a:r>
            <a:r>
              <a:rPr lang="fr-CA">
                <a:solidFill>
                  <a:srgbClr val="E351E7"/>
                </a:solidFill>
              </a:rPr>
              <a:t>h1</a:t>
            </a:r>
            <a:r>
              <a:rPr lang="fr-CA"/>
              <a:t>, </a:t>
            </a:r>
            <a:r>
              <a:rPr lang="fr-CA">
                <a:solidFill>
                  <a:srgbClr val="E351E7"/>
                </a:solidFill>
              </a:rPr>
              <a:t>h2</a:t>
            </a:r>
            <a:r>
              <a:rPr lang="fr-CA"/>
              <a:t>, </a:t>
            </a:r>
            <a:r>
              <a:rPr lang="fr-CA">
                <a:solidFill>
                  <a:srgbClr val="E351E7"/>
                </a:solidFill>
              </a:rPr>
              <a:t>h3</a:t>
            </a:r>
            <a:r>
              <a:rPr lang="fr-CA"/>
              <a:t>, </a:t>
            </a:r>
            <a:r>
              <a:rPr lang="fr-CA">
                <a:solidFill>
                  <a:srgbClr val="E351E7"/>
                </a:solidFill>
              </a:rPr>
              <a:t>h4</a:t>
            </a:r>
            <a:r>
              <a:rPr lang="fr-CA"/>
              <a:t>, </a:t>
            </a:r>
            <a:r>
              <a:rPr lang="fr-CA">
                <a:solidFill>
                  <a:srgbClr val="E351E7"/>
                </a:solidFill>
              </a:rPr>
              <a:t>h5</a:t>
            </a:r>
            <a:r>
              <a:rPr lang="fr-CA"/>
              <a:t>, </a:t>
            </a:r>
            <a:r>
              <a:rPr lang="fr-CA">
                <a:solidFill>
                  <a:srgbClr val="E351E7"/>
                </a:solidFill>
              </a:rPr>
              <a:t>h6</a:t>
            </a:r>
          </a:p>
          <a:p>
            <a:pPr lvl="1"/>
            <a:r>
              <a:rPr lang="fr-CA"/>
              <a:t>Utilisés pour insérer des titres ou des sous-titres.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r>
              <a:rPr lang="fr-CA"/>
              <a:t>Remarquez que les éléments </a:t>
            </a:r>
            <a:r>
              <a:rPr lang="fr-CA">
                <a:solidFill>
                  <a:srgbClr val="E351E7"/>
                </a:solidFill>
              </a:rPr>
              <a:t>h4</a:t>
            </a:r>
            <a:r>
              <a:rPr lang="fr-CA"/>
              <a:t>, </a:t>
            </a:r>
            <a:r>
              <a:rPr lang="fr-CA">
                <a:solidFill>
                  <a:srgbClr val="E351E7"/>
                </a:solidFill>
              </a:rPr>
              <a:t>h5</a:t>
            </a:r>
          </a:p>
          <a:p>
            <a:pPr marL="457200" lvl="1" indent="0">
              <a:buNone/>
            </a:pPr>
            <a:r>
              <a:rPr lang="fr-CA"/>
              <a:t>et </a:t>
            </a:r>
            <a:r>
              <a:rPr lang="fr-CA">
                <a:solidFill>
                  <a:srgbClr val="E351E7"/>
                </a:solidFill>
              </a:rPr>
              <a:t>h6</a:t>
            </a:r>
            <a:r>
              <a:rPr lang="fr-CA"/>
              <a:t> sont plus petits ou semblables à</a:t>
            </a:r>
          </a:p>
          <a:p>
            <a:pPr marL="457200" lvl="1" indent="0">
              <a:buNone/>
            </a:pPr>
            <a:r>
              <a:rPr lang="fr-CA"/>
              <a:t>un paragraphe ordinaire !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47E6CCB-F279-4B48-80D9-D420E4650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32" y="2168135"/>
            <a:ext cx="5631668" cy="1821338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DE41A45-C59B-4AAF-9047-EC1C36AC4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1942" y="2168135"/>
            <a:ext cx="2484335" cy="2789162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536DB4C-B3AD-4944-A5BC-0FFA3AD3AA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0145" y="2168135"/>
            <a:ext cx="1917523" cy="1959360"/>
          </a:xfrm>
          <a:prstGeom prst="rect">
            <a:avLst/>
          </a:prstGeom>
        </p:spPr>
      </p:pic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0EB23101-4FD6-4729-B8BF-06173471AE21}"/>
              </a:ext>
            </a:extLst>
          </p:cNvPr>
          <p:cNvCxnSpPr>
            <a:cxnSpLocks/>
          </p:cNvCxnSpPr>
          <p:nvPr/>
        </p:nvCxnSpPr>
        <p:spPr>
          <a:xfrm>
            <a:off x="6193276" y="3124200"/>
            <a:ext cx="674451" cy="0"/>
          </a:xfrm>
          <a:prstGeom prst="straightConnector1">
            <a:avLst/>
          </a:prstGeom>
          <a:ln w="76200">
            <a:solidFill>
              <a:srgbClr val="8197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45271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97BC44-463B-4EE7-9EBA-BD80EBA88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Éléments de base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418A9D-0540-43AB-8E1E-881BF1BEF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Les éléments </a:t>
            </a:r>
            <a:r>
              <a:rPr lang="fr-CA" err="1">
                <a:solidFill>
                  <a:srgbClr val="E351E7"/>
                </a:solidFill>
              </a:rPr>
              <a:t>strong</a:t>
            </a:r>
            <a:r>
              <a:rPr lang="fr-CA"/>
              <a:t> et </a:t>
            </a:r>
            <a:r>
              <a:rPr lang="fr-CA" err="1">
                <a:solidFill>
                  <a:srgbClr val="E351E7"/>
                </a:solidFill>
              </a:rPr>
              <a:t>em</a:t>
            </a:r>
            <a:endParaRPr lang="fr-CA">
              <a:solidFill>
                <a:srgbClr val="E351E7"/>
              </a:solidFill>
            </a:endParaRPr>
          </a:p>
          <a:p>
            <a:pPr lvl="1"/>
            <a:r>
              <a:rPr lang="fr-CA"/>
              <a:t>Encadrer du texte avec </a:t>
            </a:r>
            <a:r>
              <a:rPr lang="fr-CA" err="1">
                <a:solidFill>
                  <a:srgbClr val="E351E7"/>
                </a:solidFill>
              </a:rPr>
              <a:t>strong</a:t>
            </a:r>
            <a:r>
              <a:rPr lang="fr-CA"/>
              <a:t> le rend gras.</a:t>
            </a:r>
          </a:p>
          <a:p>
            <a:pPr lvl="1"/>
            <a:r>
              <a:rPr lang="fr-CA"/>
              <a:t>Encadrer du texte avec </a:t>
            </a:r>
            <a:r>
              <a:rPr lang="fr-CA" err="1">
                <a:solidFill>
                  <a:srgbClr val="E351E7"/>
                </a:solidFill>
              </a:rPr>
              <a:t>em</a:t>
            </a:r>
            <a:r>
              <a:rPr lang="fr-CA"/>
              <a:t> le met en italique.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r>
              <a:rPr lang="fr-CA"/>
              <a:t>On remarque que ces éléments sont glissés à l’intérieur d’un paragraphe (d’un élément </a:t>
            </a:r>
            <a:r>
              <a:rPr lang="fr-CA">
                <a:solidFill>
                  <a:srgbClr val="E351E7"/>
                </a:solidFill>
              </a:rPr>
              <a:t>p</a:t>
            </a:r>
            <a:r>
              <a:rPr lang="fr-CA"/>
              <a:t>), directement dans le texte.</a:t>
            </a:r>
          </a:p>
          <a:p>
            <a:pPr lvl="1"/>
            <a:r>
              <a:rPr lang="fr-CA"/>
              <a:t>On peut les insérer dans plusieurs autres éléments qui contiennent du texte !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F4A17D4-BCA6-49A8-B1EC-7209F259D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3884" y="2632153"/>
            <a:ext cx="3708123" cy="1708645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F86B70F4-FCCD-435D-A92D-65EC924964BE}"/>
              </a:ext>
            </a:extLst>
          </p:cNvPr>
          <p:cNvCxnSpPr>
            <a:cxnSpLocks/>
          </p:cNvCxnSpPr>
          <p:nvPr/>
        </p:nvCxnSpPr>
        <p:spPr>
          <a:xfrm>
            <a:off x="6154364" y="3526277"/>
            <a:ext cx="888461" cy="0"/>
          </a:xfrm>
          <a:prstGeom prst="straightConnector1">
            <a:avLst/>
          </a:prstGeom>
          <a:ln w="76200">
            <a:solidFill>
              <a:srgbClr val="8197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>
            <a:extLst>
              <a:ext uri="{FF2B5EF4-FFF2-40B4-BE49-F238E27FC236}">
                <a16:creationId xmlns:a16="http://schemas.microsoft.com/office/drawing/2014/main" id="{85DE486A-162B-4AC4-9FD7-533E5CA28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603" y="2874610"/>
            <a:ext cx="4731671" cy="1282021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</p:spTree>
    <p:extLst>
      <p:ext uri="{BB962C8B-B14F-4D97-AF65-F5344CB8AC3E}">
        <p14:creationId xmlns:p14="http://schemas.microsoft.com/office/powerpoint/2010/main" val="23105051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97BC44-463B-4EE7-9EBA-BD80EBA88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Éléments de base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418A9D-0540-43AB-8E1E-881BF1BEF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Les éléments </a:t>
            </a:r>
            <a:r>
              <a:rPr lang="fr-CA">
                <a:solidFill>
                  <a:srgbClr val="E351E7"/>
                </a:solidFill>
              </a:rPr>
              <a:t>ul</a:t>
            </a:r>
            <a:r>
              <a:rPr lang="fr-CA"/>
              <a:t>, </a:t>
            </a:r>
            <a:r>
              <a:rPr lang="fr-CA">
                <a:solidFill>
                  <a:srgbClr val="E351E7"/>
                </a:solidFill>
              </a:rPr>
              <a:t>ol</a:t>
            </a:r>
            <a:r>
              <a:rPr lang="fr-CA"/>
              <a:t> et </a:t>
            </a:r>
            <a:r>
              <a:rPr lang="fr-CA">
                <a:solidFill>
                  <a:srgbClr val="E351E7"/>
                </a:solidFill>
              </a:rPr>
              <a:t>li</a:t>
            </a:r>
          </a:p>
          <a:p>
            <a:pPr lvl="1"/>
            <a:r>
              <a:rPr lang="fr-CA"/>
              <a:t>Permettent d’insérer des listes à puces … ou numérotées.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5497A03-52B5-4E67-88FF-AE608B2B2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851" y="2271996"/>
            <a:ext cx="4237087" cy="3299746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6EDD06C-2CAF-4B76-8414-9B13C720E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4902" y="2617955"/>
            <a:ext cx="3107279" cy="2525916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EF057D0E-316C-49C2-808B-97AF4545FDBD}"/>
              </a:ext>
            </a:extLst>
          </p:cNvPr>
          <p:cNvCxnSpPr>
            <a:cxnSpLocks/>
          </p:cNvCxnSpPr>
          <p:nvPr/>
        </p:nvCxnSpPr>
        <p:spPr>
          <a:xfrm>
            <a:off x="5499369" y="3811622"/>
            <a:ext cx="1692614" cy="0"/>
          </a:xfrm>
          <a:prstGeom prst="straightConnector1">
            <a:avLst/>
          </a:prstGeom>
          <a:ln w="76200">
            <a:solidFill>
              <a:srgbClr val="8197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71743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97BC44-463B-4EE7-9EBA-BD80EBA88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Éléments de base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418A9D-0540-43AB-8E1E-881BF1BEF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29457"/>
            <a:ext cx="11146277" cy="5147506"/>
          </a:xfrm>
        </p:spPr>
        <p:txBody>
          <a:bodyPr/>
          <a:lstStyle/>
          <a:p>
            <a:r>
              <a:rPr lang="fr-CA"/>
              <a:t>Les éléments </a:t>
            </a:r>
            <a:r>
              <a:rPr lang="fr-CA" err="1">
                <a:solidFill>
                  <a:srgbClr val="E351E7"/>
                </a:solidFill>
              </a:rPr>
              <a:t>ul</a:t>
            </a:r>
            <a:r>
              <a:rPr lang="fr-CA"/>
              <a:t>, </a:t>
            </a:r>
            <a:r>
              <a:rPr lang="fr-CA" err="1">
                <a:solidFill>
                  <a:srgbClr val="E351E7"/>
                </a:solidFill>
              </a:rPr>
              <a:t>ol</a:t>
            </a:r>
            <a:r>
              <a:rPr lang="fr-CA"/>
              <a:t> et </a:t>
            </a:r>
            <a:r>
              <a:rPr lang="fr-CA">
                <a:solidFill>
                  <a:srgbClr val="E351E7"/>
                </a:solidFill>
              </a:rPr>
              <a:t>li</a:t>
            </a:r>
          </a:p>
          <a:p>
            <a:pPr lvl="1"/>
            <a:r>
              <a:rPr lang="fr-CA"/>
              <a:t>Dans les 2 cas, </a:t>
            </a:r>
            <a:r>
              <a:rPr lang="fr-CA">
                <a:solidFill>
                  <a:srgbClr val="E351E7"/>
                </a:solidFill>
              </a:rPr>
              <a:t>li</a:t>
            </a:r>
            <a:r>
              <a:rPr lang="fr-CA"/>
              <a:t> représente chaque élément d’une liste.</a:t>
            </a:r>
          </a:p>
          <a:p>
            <a:pPr lvl="1"/>
            <a:r>
              <a:rPr lang="fr-CA"/>
              <a:t>Alors que</a:t>
            </a:r>
            <a:r>
              <a:rPr lang="fr-CA">
                <a:solidFill>
                  <a:srgbClr val="E351E7"/>
                </a:solidFill>
              </a:rPr>
              <a:t> </a:t>
            </a:r>
            <a:r>
              <a:rPr lang="fr-CA" err="1">
                <a:solidFill>
                  <a:srgbClr val="E351E7"/>
                </a:solidFill>
              </a:rPr>
              <a:t>ul</a:t>
            </a:r>
            <a:r>
              <a:rPr lang="fr-CA"/>
              <a:t> et </a:t>
            </a:r>
            <a:r>
              <a:rPr lang="fr-CA" err="1">
                <a:solidFill>
                  <a:srgbClr val="E351E7"/>
                </a:solidFill>
              </a:rPr>
              <a:t>ol</a:t>
            </a:r>
            <a:r>
              <a:rPr lang="fr-CA"/>
              <a:t> encadrent la liste et déterminent si c’est une liste numérotée(</a:t>
            </a:r>
            <a:r>
              <a:rPr lang="fr-CA" b="1" err="1"/>
              <a:t>ol</a:t>
            </a:r>
            <a:r>
              <a:rPr lang="fr-CA"/>
              <a:t>) ou non (</a:t>
            </a:r>
            <a:r>
              <a:rPr lang="fr-CA" b="1" err="1"/>
              <a:t>ul</a:t>
            </a:r>
            <a:r>
              <a:rPr lang="fr-CA"/>
              <a:t>).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035AB78-3619-4F54-994E-29DDC43B0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851" y="2803775"/>
            <a:ext cx="4237087" cy="3299746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22D195C-7483-43D7-A8A5-F6AF2B949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4902" y="3149734"/>
            <a:ext cx="3107279" cy="2525916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7D254D42-D2AE-40DF-8961-0F94D23EF3CD}"/>
              </a:ext>
            </a:extLst>
          </p:cNvPr>
          <p:cNvCxnSpPr>
            <a:cxnSpLocks/>
          </p:cNvCxnSpPr>
          <p:nvPr/>
        </p:nvCxnSpPr>
        <p:spPr>
          <a:xfrm>
            <a:off x="5499369" y="4343401"/>
            <a:ext cx="1692614" cy="0"/>
          </a:xfrm>
          <a:prstGeom prst="straightConnector1">
            <a:avLst/>
          </a:prstGeom>
          <a:ln w="76200">
            <a:solidFill>
              <a:srgbClr val="8197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55909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97BC44-463B-4EE7-9EBA-BD80EBA88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Éléments de base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418A9D-0540-43AB-8E1E-881BF1BEF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Les éléments </a:t>
            </a:r>
            <a:r>
              <a:rPr lang="fr-CA">
                <a:solidFill>
                  <a:srgbClr val="E351E7"/>
                </a:solidFill>
              </a:rPr>
              <a:t>ul</a:t>
            </a:r>
            <a:r>
              <a:rPr lang="fr-CA"/>
              <a:t>, </a:t>
            </a:r>
            <a:r>
              <a:rPr lang="fr-CA">
                <a:solidFill>
                  <a:srgbClr val="E351E7"/>
                </a:solidFill>
              </a:rPr>
              <a:t>ol</a:t>
            </a:r>
            <a:r>
              <a:rPr lang="fr-CA"/>
              <a:t> et </a:t>
            </a:r>
            <a:r>
              <a:rPr lang="fr-CA">
                <a:solidFill>
                  <a:srgbClr val="E351E7"/>
                </a:solidFill>
              </a:rPr>
              <a:t>li</a:t>
            </a:r>
          </a:p>
          <a:p>
            <a:pPr lvl="1"/>
            <a:r>
              <a:rPr lang="fr-CA"/>
              <a:t>Les listes peuvent avoir plusieurs niveaux !</a:t>
            </a:r>
          </a:p>
          <a:p>
            <a:pPr lvl="1"/>
            <a:r>
              <a:rPr lang="fr-CA"/>
              <a:t>Il suffit d’insérer une autre liste dans un élément </a:t>
            </a:r>
            <a:r>
              <a:rPr lang="fr-CA">
                <a:solidFill>
                  <a:srgbClr val="E351E7"/>
                </a:solidFill>
              </a:rPr>
              <a:t>li</a:t>
            </a:r>
            <a:r>
              <a:rPr lang="fr-CA"/>
              <a:t>.</a:t>
            </a:r>
          </a:p>
          <a:p>
            <a:pPr lvl="1"/>
            <a:r>
              <a:rPr lang="fr-CA"/>
              <a:t>Ici, on remarque qu’après « pomme », on n’a pas </a:t>
            </a:r>
            <a:r>
              <a:rPr lang="fr-CA">
                <a:solidFill>
                  <a:srgbClr val="E351E7"/>
                </a:solidFill>
              </a:rPr>
              <a:t>&lt;/li&gt;</a:t>
            </a:r>
            <a:r>
              <a:rPr lang="fr-CA"/>
              <a:t> directement puisqu’il est situé tout de suite après la sous-liste.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8B08C61-93D4-483C-8C4A-E9DDC8484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6537" y="3432697"/>
            <a:ext cx="3364083" cy="2334262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AD413101-1C9E-4E15-91A0-04E9DBDF01FD}"/>
              </a:ext>
            </a:extLst>
          </p:cNvPr>
          <p:cNvCxnSpPr>
            <a:cxnSpLocks/>
          </p:cNvCxnSpPr>
          <p:nvPr/>
        </p:nvCxnSpPr>
        <p:spPr>
          <a:xfrm>
            <a:off x="5804169" y="4524983"/>
            <a:ext cx="1692614" cy="0"/>
          </a:xfrm>
          <a:prstGeom prst="straightConnector1">
            <a:avLst/>
          </a:prstGeom>
          <a:ln w="76200">
            <a:solidFill>
              <a:srgbClr val="8197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 11">
            <a:extLst>
              <a:ext uri="{FF2B5EF4-FFF2-40B4-BE49-F238E27FC236}">
                <a16:creationId xmlns:a16="http://schemas.microsoft.com/office/drawing/2014/main" id="{6170AED9-A29D-4B11-A546-35781AFD2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06" y="3231361"/>
            <a:ext cx="4278948" cy="273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2381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97BC44-463B-4EE7-9EBA-BD80EBA88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Éléments de base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418A9D-0540-43AB-8E1E-881BF1BEF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L’élément </a:t>
            </a:r>
            <a:r>
              <a:rPr lang="fr-CA">
                <a:solidFill>
                  <a:srgbClr val="E351E7"/>
                </a:solidFill>
              </a:rPr>
              <a:t>hr</a:t>
            </a:r>
          </a:p>
          <a:p>
            <a:pPr lvl="1"/>
            <a:r>
              <a:rPr lang="fr-CA"/>
              <a:t>Insère une ligne horizontale dans la page Web.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r>
              <a:rPr lang="fr-CA"/>
              <a:t>Cette ligne prendra toute la largeur</a:t>
            </a:r>
          </a:p>
          <a:p>
            <a:pPr marL="457200" lvl="1" indent="0">
              <a:buNone/>
            </a:pPr>
            <a:r>
              <a:rPr lang="fr-CA"/>
              <a:t>disponible.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1B1CC22-FD8C-479B-A791-792636EC3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44" y="2221406"/>
            <a:ext cx="4610500" cy="937341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961887F-166C-45D9-A743-26D3390FE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419" y="2227512"/>
            <a:ext cx="5333937" cy="1862470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A114BE96-C8D0-4E08-8E37-056E3DD41AE0}"/>
              </a:ext>
            </a:extLst>
          </p:cNvPr>
          <p:cNvCxnSpPr>
            <a:cxnSpLocks/>
          </p:cNvCxnSpPr>
          <p:nvPr/>
        </p:nvCxnSpPr>
        <p:spPr>
          <a:xfrm>
            <a:off x="5272391" y="2722123"/>
            <a:ext cx="940342" cy="0"/>
          </a:xfrm>
          <a:prstGeom prst="straightConnector1">
            <a:avLst/>
          </a:prstGeom>
          <a:ln w="76200">
            <a:solidFill>
              <a:srgbClr val="8197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9528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97BC44-463B-4EE7-9EBA-BD80EBA88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Éléments de base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418A9D-0540-43AB-8E1E-881BF1BEF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Élément </a:t>
            </a:r>
            <a:r>
              <a:rPr lang="fr-CA">
                <a:solidFill>
                  <a:srgbClr val="E351E7"/>
                </a:solidFill>
              </a:rPr>
              <a:t>img</a:t>
            </a:r>
          </a:p>
          <a:p>
            <a:pPr lvl="1"/>
            <a:r>
              <a:rPr lang="fr-CA"/>
              <a:t>Permet d’insérer une image dans notre page Web.</a:t>
            </a:r>
          </a:p>
          <a:p>
            <a:pPr lvl="1"/>
            <a:endParaRPr lang="fr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3078FFF-6D86-40C5-8CBE-FF699DEF0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354" y="2000635"/>
            <a:ext cx="7863291" cy="594204"/>
          </a:xfrm>
          <a:prstGeom prst="rect">
            <a:avLst/>
          </a:prstGeom>
        </p:spPr>
      </p:pic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28122AA0-BEB1-4CD7-A4FB-414018869F4E}"/>
              </a:ext>
            </a:extLst>
          </p:cNvPr>
          <p:cNvSpPr txBox="1">
            <a:spLocks/>
          </p:cNvSpPr>
          <p:nvPr/>
        </p:nvSpPr>
        <p:spPr>
          <a:xfrm>
            <a:off x="972766" y="3181419"/>
            <a:ext cx="4267200" cy="2419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Char char=""/>
              <a:defRPr sz="2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A" sz="2400" b="1"/>
              <a:t>Attribut source </a:t>
            </a:r>
            <a:r>
              <a:rPr lang="fr-CA" sz="2400"/>
              <a:t>: Où trouver l’image ?</a:t>
            </a:r>
          </a:p>
          <a:p>
            <a:pPr>
              <a:buFont typeface="Symbol" panose="05050102010706020507" pitchFamily="18" charset="2"/>
              <a:buChar char="¨"/>
            </a:pPr>
            <a:r>
              <a:rPr lang="fr-CA" sz="2400"/>
              <a:t> Ça peut être sur un autre site Web ou dans un dossier voisin du dossier qui contient votre page Web.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BD3E9DAB-DDAC-4A88-996B-D7CF6BB912D3}"/>
              </a:ext>
            </a:extLst>
          </p:cNvPr>
          <p:cNvSpPr txBox="1">
            <a:spLocks/>
          </p:cNvSpPr>
          <p:nvPr/>
        </p:nvSpPr>
        <p:spPr>
          <a:xfrm>
            <a:off x="5773314" y="3176318"/>
            <a:ext cx="5309733" cy="2419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Char char=""/>
              <a:defRPr sz="2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A" sz="2400" b="1"/>
              <a:t>Attribut texte alternatif </a:t>
            </a:r>
            <a:r>
              <a:rPr lang="fr-CA" sz="2400"/>
              <a:t>: Si l’image ne peut pas être affichée, la valeur de alt est le texte qui la remplacera. (Obligatoire !)</a:t>
            </a:r>
          </a:p>
          <a:p>
            <a:r>
              <a:rPr lang="fr-CA" sz="2400"/>
              <a:t>Ça peut également servir à des fins d’accessibilité.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EB3D3EA5-4256-44DE-9AF7-A4C60CBDA406}"/>
              </a:ext>
            </a:extLst>
          </p:cNvPr>
          <p:cNvCxnSpPr>
            <a:cxnSpLocks/>
          </p:cNvCxnSpPr>
          <p:nvPr/>
        </p:nvCxnSpPr>
        <p:spPr>
          <a:xfrm flipV="1">
            <a:off x="2705729" y="2548648"/>
            <a:ext cx="1049148" cy="627670"/>
          </a:xfrm>
          <a:prstGeom prst="straightConnector1">
            <a:avLst/>
          </a:prstGeom>
          <a:ln w="76200">
            <a:solidFill>
              <a:srgbClr val="8197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9038DB44-B0B4-4A47-86FD-B327A557B5C2}"/>
              </a:ext>
            </a:extLst>
          </p:cNvPr>
          <p:cNvCxnSpPr>
            <a:cxnSpLocks/>
          </p:cNvCxnSpPr>
          <p:nvPr/>
        </p:nvCxnSpPr>
        <p:spPr>
          <a:xfrm flipH="1" flipV="1">
            <a:off x="6186793" y="2481015"/>
            <a:ext cx="499352" cy="695303"/>
          </a:xfrm>
          <a:prstGeom prst="straightConnector1">
            <a:avLst/>
          </a:prstGeom>
          <a:ln w="76200">
            <a:solidFill>
              <a:srgbClr val="8197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2916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97BC44-463B-4EE7-9EBA-BD80EBA88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Éléments de base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418A9D-0540-43AB-8E1E-881BF1BEF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Élément </a:t>
            </a:r>
            <a:r>
              <a:rPr lang="fr-CA">
                <a:solidFill>
                  <a:srgbClr val="E351E7"/>
                </a:solidFill>
              </a:rPr>
              <a:t>img</a:t>
            </a:r>
          </a:p>
          <a:p>
            <a:endParaRPr lang="fr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8FC3C07-2207-4C86-8D76-613DA61A1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1401" y="3230809"/>
            <a:ext cx="2849197" cy="2119403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83862B2-9C23-4E7A-88D6-F1350011D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8330" y="1786796"/>
            <a:ext cx="5852667" cy="502964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F72EFB50-252F-4001-B99E-7875FF39852C}"/>
              </a:ext>
            </a:extLst>
          </p:cNvPr>
          <p:cNvCxnSpPr>
            <a:cxnSpLocks/>
          </p:cNvCxnSpPr>
          <p:nvPr/>
        </p:nvCxnSpPr>
        <p:spPr>
          <a:xfrm>
            <a:off x="6024663" y="2495382"/>
            <a:ext cx="0" cy="551717"/>
          </a:xfrm>
          <a:prstGeom prst="straightConnector1">
            <a:avLst/>
          </a:prstGeom>
          <a:ln w="76200">
            <a:solidFill>
              <a:srgbClr val="8197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525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97BC44-463B-4EE7-9EBA-BD80EBA88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Éléments de base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418A9D-0540-43AB-8E1E-881BF1BEF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Élément </a:t>
            </a:r>
            <a:r>
              <a:rPr lang="fr-CA">
                <a:solidFill>
                  <a:srgbClr val="E351E7"/>
                </a:solidFill>
              </a:rPr>
              <a:t>img</a:t>
            </a:r>
          </a:p>
          <a:p>
            <a:pPr lvl="1"/>
            <a:r>
              <a:rPr lang="fr-CA"/>
              <a:t>Comment trouver la valeur de l’attribut </a:t>
            </a:r>
            <a:r>
              <a:rPr lang="fr-CA">
                <a:solidFill>
                  <a:srgbClr val="E351E7"/>
                </a:solidFill>
              </a:rPr>
              <a:t>src</a:t>
            </a:r>
            <a:r>
              <a:rPr lang="fr-CA"/>
              <a:t> ?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r>
              <a:rPr lang="fr-CA" b="1"/>
              <a:t>Cas le plus simple </a:t>
            </a:r>
            <a:r>
              <a:rPr lang="fr-CA"/>
              <a:t>: Tel que ci-dessus, notre page Web est dans le même dossier que l’image.</a:t>
            </a:r>
          </a:p>
          <a:p>
            <a:pPr lvl="2"/>
            <a:r>
              <a:rPr lang="fr-CA"/>
              <a:t>Très simple … la valeur de l’attribut </a:t>
            </a:r>
            <a:r>
              <a:rPr lang="fr-CA">
                <a:solidFill>
                  <a:srgbClr val="E351E7"/>
                </a:solidFill>
              </a:rPr>
              <a:t>src</a:t>
            </a:r>
            <a:r>
              <a:rPr lang="fr-CA"/>
              <a:t> sera simplement le nom du fichier image ! Dans ce cas-ci, on aura </a:t>
            </a:r>
            <a:r>
              <a:rPr lang="fr-CA">
                <a:solidFill>
                  <a:srgbClr val="E351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src="ehh.png"</a:t>
            </a:r>
          </a:p>
          <a:p>
            <a:pPr lvl="1"/>
            <a:r>
              <a:rPr lang="fr-CA">
                <a:cs typeface="Courier New" panose="02070309020205020404" pitchFamily="49" charset="0"/>
              </a:rPr>
              <a:t>Cela correspond à un « </a:t>
            </a:r>
            <a:r>
              <a:rPr lang="fr-CA" b="1">
                <a:cs typeface="Courier New" panose="02070309020205020404" pitchFamily="49" charset="0"/>
              </a:rPr>
              <a:t>lien relatif </a:t>
            </a:r>
            <a:r>
              <a:rPr lang="fr-CA">
                <a:cs typeface="Courier New" panose="02070309020205020404" pitchFamily="49" charset="0"/>
              </a:rPr>
              <a:t>».</a:t>
            </a:r>
          </a:p>
          <a:p>
            <a:endParaRPr lang="fr-CA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94453AC-3264-44E3-8DD2-67EBED85C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809" y="2012313"/>
            <a:ext cx="8640381" cy="1590897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</p:spTree>
    <p:extLst>
      <p:ext uri="{BB962C8B-B14F-4D97-AF65-F5344CB8AC3E}">
        <p14:creationId xmlns:p14="http://schemas.microsoft.com/office/powerpoint/2010/main" val="28947995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97BC44-463B-4EE7-9EBA-BD80EBA88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Éléments de base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418A9D-0540-43AB-8E1E-881BF1BEF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Élément </a:t>
            </a:r>
            <a:r>
              <a:rPr lang="fr-CA">
                <a:solidFill>
                  <a:srgbClr val="E351E7"/>
                </a:solidFill>
              </a:rPr>
              <a:t>img</a:t>
            </a:r>
          </a:p>
          <a:p>
            <a:pPr lvl="1"/>
            <a:r>
              <a:rPr lang="fr-CA"/>
              <a:t>Comment trouver la valeur de l’attribut </a:t>
            </a:r>
            <a:r>
              <a:rPr lang="fr-CA">
                <a:solidFill>
                  <a:srgbClr val="E351E7"/>
                </a:solidFill>
              </a:rPr>
              <a:t>src</a:t>
            </a:r>
            <a:r>
              <a:rPr lang="fr-CA"/>
              <a:t> ?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r>
              <a:rPr lang="fr-CA" b="1"/>
              <a:t>Cas suivant </a:t>
            </a:r>
            <a:r>
              <a:rPr lang="fr-CA"/>
              <a:t>: L’image est située dans un sous-dossier du dossier qui contient la page Web.</a:t>
            </a:r>
          </a:p>
          <a:p>
            <a:pPr lvl="2"/>
            <a:r>
              <a:rPr lang="fr-CA"/>
              <a:t>On devra préciser le chemin vers ce sous-dossier suivi d’une barre oblique dans la valeur de l’attribut. Disons que notre image « </a:t>
            </a:r>
            <a:r>
              <a:rPr lang="fr-CA" b="1"/>
              <a:t>ehh.png </a:t>
            </a:r>
            <a:r>
              <a:rPr lang="fr-CA"/>
              <a:t>» est située dans le dossier </a:t>
            </a:r>
            <a:r>
              <a:rPr lang="fr-CA" b="1"/>
              <a:t>images</a:t>
            </a:r>
            <a:r>
              <a:rPr lang="fr-CA"/>
              <a:t>, on devra mettre :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930D122-E0B3-4556-ABD2-DB76C51B6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862" y="2069471"/>
            <a:ext cx="8602275" cy="1533739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8048FFE-3272-49AD-B428-16A9B355F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1477" y="5577061"/>
            <a:ext cx="6729043" cy="502964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</p:spTree>
    <p:extLst>
      <p:ext uri="{BB962C8B-B14F-4D97-AF65-F5344CB8AC3E}">
        <p14:creationId xmlns:p14="http://schemas.microsoft.com/office/powerpoint/2010/main" val="11459535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97BC44-463B-4EE7-9EBA-BD80EBA88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Éléments de base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418A9D-0540-43AB-8E1E-881BF1BEF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Élément </a:t>
            </a:r>
            <a:r>
              <a:rPr lang="fr-CA">
                <a:solidFill>
                  <a:srgbClr val="E351E7"/>
                </a:solidFill>
              </a:rPr>
              <a:t>img</a:t>
            </a:r>
          </a:p>
          <a:p>
            <a:pPr lvl="1"/>
            <a:r>
              <a:rPr lang="fr-CA"/>
              <a:t>Comment trouver la valeur de l’attribut </a:t>
            </a:r>
            <a:r>
              <a:rPr lang="fr-CA">
                <a:solidFill>
                  <a:srgbClr val="E351E7"/>
                </a:solidFill>
              </a:rPr>
              <a:t>src</a:t>
            </a:r>
            <a:r>
              <a:rPr lang="fr-CA"/>
              <a:t> ?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r>
              <a:rPr lang="fr-CA" b="1"/>
              <a:t>Autre cas </a:t>
            </a:r>
            <a:r>
              <a:rPr lang="fr-CA"/>
              <a:t>: L’image est située dans un dossier </a:t>
            </a:r>
            <a:r>
              <a:rPr lang="fr-CA" b="1"/>
              <a:t>parent</a:t>
            </a:r>
            <a:r>
              <a:rPr lang="fr-CA"/>
              <a:t> du dossier qui contient la page Web.</a:t>
            </a:r>
          </a:p>
          <a:p>
            <a:pPr lvl="2"/>
            <a:r>
              <a:rPr lang="fr-CA"/>
              <a:t>On devra mettre </a:t>
            </a:r>
            <a:r>
              <a:rPr lang="fr-CA">
                <a:solidFill>
                  <a:srgbClr val="E351E7"/>
                </a:solidFill>
              </a:rPr>
              <a:t>../</a:t>
            </a:r>
            <a:r>
              <a:rPr lang="fr-CA"/>
              <a:t> avant le nom de notre fichier image. Ces deux points signifient qu’on retourne au dossier </a:t>
            </a:r>
            <a:r>
              <a:rPr lang="fr-CA" b="1"/>
              <a:t>parent</a:t>
            </a:r>
            <a:r>
              <a:rPr lang="fr-CA"/>
              <a:t> du dossier actuel.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A67F5C6-7B14-44B8-86C0-ED54157A4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860" y="2098050"/>
            <a:ext cx="8602275" cy="1505160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4BC5883-4425-447C-8F4C-0D14B53B0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1543" y="5448441"/>
            <a:ext cx="6088908" cy="487722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</p:spTree>
    <p:extLst>
      <p:ext uri="{BB962C8B-B14F-4D97-AF65-F5344CB8AC3E}">
        <p14:creationId xmlns:p14="http://schemas.microsoft.com/office/powerpoint/2010/main" val="3396014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97BC44-463B-4EE7-9EBA-BD80EBA88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Éléments de base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418A9D-0540-43AB-8E1E-881BF1BEF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9457"/>
            <a:ext cx="7093085" cy="5147506"/>
          </a:xfrm>
        </p:spPr>
        <p:txBody>
          <a:bodyPr>
            <a:normAutofit lnSpcReduction="10000"/>
          </a:bodyPr>
          <a:lstStyle/>
          <a:p>
            <a:r>
              <a:rPr lang="fr-CA"/>
              <a:t>Élément </a:t>
            </a:r>
            <a:r>
              <a:rPr lang="fr-CA" err="1">
                <a:solidFill>
                  <a:srgbClr val="E351E7"/>
                </a:solidFill>
              </a:rPr>
              <a:t>img</a:t>
            </a:r>
            <a:endParaRPr lang="fr-CA">
              <a:solidFill>
                <a:srgbClr val="E351E7"/>
              </a:solidFill>
            </a:endParaRPr>
          </a:p>
          <a:p>
            <a:pPr lvl="1"/>
            <a:r>
              <a:rPr lang="fr-CA"/>
              <a:t>Comment trouver la valeur de l’attribut </a:t>
            </a:r>
            <a:r>
              <a:rPr lang="fr-CA">
                <a:solidFill>
                  <a:srgbClr val="E351E7"/>
                </a:solidFill>
              </a:rPr>
              <a:t>src</a:t>
            </a:r>
            <a:r>
              <a:rPr lang="fr-CA"/>
              <a:t> ?</a:t>
            </a:r>
          </a:p>
          <a:p>
            <a:pPr lvl="1"/>
            <a:endParaRPr lang="fr-CA"/>
          </a:p>
          <a:p>
            <a:pPr lvl="1"/>
            <a:r>
              <a:rPr lang="fr-CA" b="1"/>
              <a:t>Pire cas </a:t>
            </a:r>
            <a:r>
              <a:rPr lang="fr-CA"/>
              <a:t>: Combinaison des deux cas précédents. L’image est dans le dossier enfant du dossier arrière-grand-parent du dossier qui contient la page Web…</a:t>
            </a:r>
          </a:p>
          <a:p>
            <a:pPr lvl="2"/>
            <a:r>
              <a:rPr lang="fr-CA"/>
              <a:t>On devra utiliser une combinaison des deux méthodes précédentes !</a:t>
            </a:r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r>
              <a:rPr lang="fr-CA"/>
              <a:t>On est donc revenu dans le dossier parent 3 fois d’affilée puis on est allé dans le sous-dossier « images ».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B97A3A7-13F2-491F-9D24-8CC4CB6A0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0709" y="2071609"/>
            <a:ext cx="3810532" cy="2572109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4FB7296E-66AF-408A-BE7F-24F7DD0D1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5" y="4396238"/>
            <a:ext cx="7773074" cy="335309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</p:spTree>
    <p:extLst>
      <p:ext uri="{BB962C8B-B14F-4D97-AF65-F5344CB8AC3E}">
        <p14:creationId xmlns:p14="http://schemas.microsoft.com/office/powerpoint/2010/main" val="21158404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97BC44-463B-4EE7-9EBA-BD80EBA88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Éléments de base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418A9D-0540-43AB-8E1E-881BF1BEF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9457"/>
            <a:ext cx="7093085" cy="5147506"/>
          </a:xfrm>
        </p:spPr>
        <p:txBody>
          <a:bodyPr>
            <a:normAutofit/>
          </a:bodyPr>
          <a:lstStyle/>
          <a:p>
            <a:r>
              <a:rPr lang="fr-CA"/>
              <a:t>Élément </a:t>
            </a:r>
            <a:r>
              <a:rPr lang="fr-CA">
                <a:solidFill>
                  <a:srgbClr val="E351E7"/>
                </a:solidFill>
              </a:rPr>
              <a:t>img</a:t>
            </a:r>
          </a:p>
          <a:p>
            <a:pPr lvl="1"/>
            <a:r>
              <a:rPr lang="fr-CA"/>
              <a:t>Comment trouver la valeur de l’attribut </a:t>
            </a:r>
            <a:r>
              <a:rPr lang="fr-CA">
                <a:solidFill>
                  <a:srgbClr val="E351E7"/>
                </a:solidFill>
              </a:rPr>
              <a:t>src</a:t>
            </a:r>
            <a:r>
              <a:rPr lang="fr-CA"/>
              <a:t> ?</a:t>
            </a:r>
          </a:p>
          <a:p>
            <a:pPr lvl="1"/>
            <a:endParaRPr lang="fr-CA"/>
          </a:p>
          <a:p>
            <a:pPr lvl="1"/>
            <a:r>
              <a:rPr lang="fr-CA" b="1"/>
              <a:t>Image externe (sur un autre site Web) : </a:t>
            </a:r>
            <a:r>
              <a:rPr lang="fr-CA"/>
              <a:t>Mettez simplement l’URL en entier vers cet image.</a:t>
            </a:r>
          </a:p>
          <a:p>
            <a:pPr lvl="1"/>
            <a:r>
              <a:rPr lang="fr-CA"/>
              <a:t>Attention aux droits d’auteur ! </a:t>
            </a:r>
            <a:r>
              <a:rPr lang="fr-CA" b="1"/>
              <a:t>D:</a:t>
            </a:r>
          </a:p>
          <a:p>
            <a:pPr lvl="1"/>
            <a:r>
              <a:rPr lang="fr-CA">
                <a:cs typeface="Courier New" panose="02070309020205020404" pitchFamily="49" charset="0"/>
              </a:rPr>
              <a:t>Cela correspond à un « </a:t>
            </a:r>
            <a:r>
              <a:rPr lang="fr-CA" b="1">
                <a:cs typeface="Courier New" panose="02070309020205020404" pitchFamily="49" charset="0"/>
              </a:rPr>
              <a:t>lien absolu </a:t>
            </a:r>
            <a:r>
              <a:rPr lang="fr-CA">
                <a:cs typeface="Courier New" panose="02070309020205020404" pitchFamily="49" charset="0"/>
              </a:rPr>
              <a:t>».</a:t>
            </a:r>
          </a:p>
          <a:p>
            <a:pPr lvl="1"/>
            <a:endParaRPr lang="fr-CA" b="1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1937C3B-C730-4A55-A885-3DBE075CD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7250" y="897911"/>
            <a:ext cx="4130398" cy="263674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855EAF2-58A5-4579-97A7-0257955CD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295" y="4949327"/>
            <a:ext cx="3970364" cy="358171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E10CC1DD-87AB-4307-B15A-CF338D224C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351" y="3910874"/>
            <a:ext cx="2573433" cy="2049215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8F84ED0D-DA41-4DDC-9F87-9CC88E06862F}"/>
              </a:ext>
            </a:extLst>
          </p:cNvPr>
          <p:cNvCxnSpPr>
            <a:cxnSpLocks/>
          </p:cNvCxnSpPr>
          <p:nvPr/>
        </p:nvCxnSpPr>
        <p:spPr>
          <a:xfrm>
            <a:off x="5648527" y="5115365"/>
            <a:ext cx="1147864" cy="0"/>
          </a:xfrm>
          <a:prstGeom prst="straightConnector1">
            <a:avLst/>
          </a:prstGeom>
          <a:ln w="76200">
            <a:solidFill>
              <a:srgbClr val="8197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B5C7C9E3-A45D-4678-950A-C0BB124B47D7}"/>
              </a:ext>
            </a:extLst>
          </p:cNvPr>
          <p:cNvSpPr txBox="1">
            <a:spLocks/>
          </p:cNvSpPr>
          <p:nvPr/>
        </p:nvSpPr>
        <p:spPr>
          <a:xfrm>
            <a:off x="1145180" y="5709813"/>
            <a:ext cx="2660832" cy="46715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Char char=""/>
              <a:defRPr sz="2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A" sz="2000"/>
              <a:t>URL beaucoup trop longue pour ma capture d’écran …</a:t>
            </a:r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72D334FA-A51B-4794-B484-24164E3CB5E9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2475596" y="5360347"/>
            <a:ext cx="111961" cy="349466"/>
          </a:xfrm>
          <a:prstGeom prst="straightConnector1">
            <a:avLst/>
          </a:prstGeom>
          <a:ln w="38100">
            <a:solidFill>
              <a:srgbClr val="8197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6764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27FDDE-25A6-43A1-A8B7-EE10D8052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Navigation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51D0FC-1E44-4AE1-AE3E-8B2485AB0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On est maintenant capable de faire </a:t>
            </a:r>
            <a:r>
              <a:rPr lang="fr-CA" b="1"/>
              <a:t>une</a:t>
            </a:r>
            <a:r>
              <a:rPr lang="fr-CA"/>
              <a:t> page Web simple et de l’ouvrir.</a:t>
            </a:r>
          </a:p>
          <a:p>
            <a:r>
              <a:rPr lang="fr-CA"/>
              <a:t>Un site Web est constitué de plusieurs pages Web cela dit …</a:t>
            </a:r>
          </a:p>
          <a:p>
            <a:r>
              <a:rPr lang="fr-CA"/>
              <a:t>Comment faire pour avoir 2 pages reliées ?</a:t>
            </a:r>
          </a:p>
          <a:p>
            <a:pPr lvl="1"/>
            <a:r>
              <a:rPr lang="fr-CA"/>
              <a:t>On aimerait que les mots « </a:t>
            </a:r>
            <a:r>
              <a:rPr lang="fr-CA" b="1"/>
              <a:t>Accueil</a:t>
            </a:r>
            <a:r>
              <a:rPr lang="fr-CA"/>
              <a:t> » et « </a:t>
            </a:r>
            <a:r>
              <a:rPr lang="fr-CA" b="1"/>
              <a:t>À propos </a:t>
            </a:r>
            <a:r>
              <a:rPr lang="fr-CA"/>
              <a:t>» dans le haut des pages soient cliquables et permettent de changer de page Web !</a:t>
            </a:r>
          </a:p>
          <a:p>
            <a:endParaRPr lang="fr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387F2EE-6016-49B2-BA41-3CD34562D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341" y="3806419"/>
            <a:ext cx="2331922" cy="2202371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5A60CE4-C962-42A5-9149-9613E99F3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027" y="3695920"/>
            <a:ext cx="3520745" cy="2423370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6D8F0936-CBC6-42CD-AFE0-ACD42357CA6C}"/>
              </a:ext>
            </a:extLst>
          </p:cNvPr>
          <p:cNvCxnSpPr>
            <a:cxnSpLocks/>
          </p:cNvCxnSpPr>
          <p:nvPr/>
        </p:nvCxnSpPr>
        <p:spPr>
          <a:xfrm>
            <a:off x="5272391" y="4909225"/>
            <a:ext cx="1141379" cy="0"/>
          </a:xfrm>
          <a:prstGeom prst="straightConnector1">
            <a:avLst/>
          </a:prstGeom>
          <a:ln w="76200">
            <a:solidFill>
              <a:srgbClr val="8197B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1637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27FDDE-25A6-43A1-A8B7-EE10D8052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Navigation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51D0FC-1E44-4AE1-AE3E-8B2485AB0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L’élément </a:t>
            </a:r>
            <a:r>
              <a:rPr lang="fr-CA" b="1">
                <a:solidFill>
                  <a:srgbClr val="E351E7"/>
                </a:solidFill>
              </a:rPr>
              <a:t>a</a:t>
            </a:r>
          </a:p>
          <a:p>
            <a:pPr lvl="1"/>
            <a:r>
              <a:rPr lang="fr-CA"/>
              <a:t>Permet de rendre un élément (texte, image, bouton, etc.) cliquable !</a:t>
            </a:r>
          </a:p>
          <a:p>
            <a:pPr lvl="1"/>
            <a:r>
              <a:rPr lang="fr-CA"/>
              <a:t>Mène vers une autre page Web, un site externe, un document à télécharger, etc.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r>
              <a:rPr lang="fr-CA"/>
              <a:t>Fonctionnement :</a:t>
            </a:r>
          </a:p>
          <a:p>
            <a:pPr lvl="1"/>
            <a:endParaRPr lang="fr-CA"/>
          </a:p>
          <a:p>
            <a:pPr marL="914400" lvl="2" indent="0">
              <a:buNone/>
            </a:pPr>
            <a:r>
              <a:rPr lang="fr-CA" b="1">
                <a:solidFill>
                  <a:srgbClr val="E351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&lt;a</a:t>
            </a:r>
            <a:r>
              <a:rPr lang="fr-CA">
                <a:solidFill>
                  <a:srgbClr val="E351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b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fr-CA">
                <a:solidFill>
                  <a:srgbClr val="E351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="url relatif ou absolu"</a:t>
            </a:r>
            <a:r>
              <a:rPr lang="fr-CA" b="1">
                <a:solidFill>
                  <a:srgbClr val="E351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fr-CA">
                <a:solidFill>
                  <a:srgbClr val="E351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/>
              <a:t>Élément cliquable </a:t>
            </a:r>
            <a:r>
              <a:rPr lang="fr-CA" b="1">
                <a:solidFill>
                  <a:srgbClr val="E351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&lt;/a&gt;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0F66DA6-EDB7-4935-B25E-28A1732DE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882" y="2874407"/>
            <a:ext cx="6393734" cy="365792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AA33C045-C5DB-49A9-B298-96A81335AF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5002" y="2603873"/>
            <a:ext cx="2019475" cy="906859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4A1E9522-B334-4337-B1F3-8152C2D1C10D}"/>
              </a:ext>
            </a:extLst>
          </p:cNvPr>
          <p:cNvCxnSpPr>
            <a:cxnSpLocks/>
          </p:cNvCxnSpPr>
          <p:nvPr/>
        </p:nvCxnSpPr>
        <p:spPr>
          <a:xfrm>
            <a:off x="7042825" y="3020676"/>
            <a:ext cx="1147864" cy="0"/>
          </a:xfrm>
          <a:prstGeom prst="straightConnector1">
            <a:avLst/>
          </a:prstGeom>
          <a:ln w="76200">
            <a:solidFill>
              <a:srgbClr val="8197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3A0430D5-95A7-4280-B4AE-8A219D4CFC62}"/>
              </a:ext>
            </a:extLst>
          </p:cNvPr>
          <p:cNvCxnSpPr>
            <a:cxnSpLocks/>
          </p:cNvCxnSpPr>
          <p:nvPr/>
        </p:nvCxnSpPr>
        <p:spPr>
          <a:xfrm flipH="1" flipV="1">
            <a:off x="9768509" y="3381030"/>
            <a:ext cx="445534" cy="414318"/>
          </a:xfrm>
          <a:prstGeom prst="straightConnector1">
            <a:avLst/>
          </a:prstGeom>
          <a:ln w="38100">
            <a:solidFill>
              <a:srgbClr val="8197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CBFC096E-70E9-47E6-8C8A-552458AC47A0}"/>
              </a:ext>
            </a:extLst>
          </p:cNvPr>
          <p:cNvSpPr txBox="1">
            <a:spLocks/>
          </p:cNvSpPr>
          <p:nvPr/>
        </p:nvSpPr>
        <p:spPr>
          <a:xfrm>
            <a:off x="9907304" y="3846389"/>
            <a:ext cx="1562910" cy="467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Char char=""/>
              <a:defRPr sz="2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A" sz="2000"/>
              <a:t>Cliquable !</a:t>
            </a:r>
          </a:p>
        </p:txBody>
      </p:sp>
    </p:spTree>
    <p:extLst>
      <p:ext uri="{BB962C8B-B14F-4D97-AF65-F5344CB8AC3E}">
        <p14:creationId xmlns:p14="http://schemas.microsoft.com/office/powerpoint/2010/main" val="39291043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27FDDE-25A6-43A1-A8B7-EE10D8052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Navigation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51D0FC-1E44-4AE1-AE3E-8B2485AB0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L’élément </a:t>
            </a:r>
            <a:r>
              <a:rPr lang="fr-CA" b="1">
                <a:solidFill>
                  <a:srgbClr val="E351E7"/>
                </a:solidFill>
              </a:rPr>
              <a:t>a</a:t>
            </a:r>
          </a:p>
          <a:p>
            <a:pPr lvl="1"/>
            <a:r>
              <a:rPr lang="fr-CA"/>
              <a:t>Dans ce cas-ci, nos pages « </a:t>
            </a:r>
            <a:r>
              <a:rPr lang="fr-CA">
                <a:solidFill>
                  <a:srgbClr val="E351E7"/>
                </a:solidFill>
              </a:rPr>
              <a:t>apropos.html </a:t>
            </a:r>
            <a:r>
              <a:rPr lang="fr-CA"/>
              <a:t>» et « </a:t>
            </a:r>
            <a:r>
              <a:rPr lang="fr-CA">
                <a:solidFill>
                  <a:srgbClr val="E351E7"/>
                </a:solidFill>
              </a:rPr>
              <a:t>accueil.html </a:t>
            </a:r>
            <a:r>
              <a:rPr lang="fr-CA"/>
              <a:t>» sont dans le même dossier :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marL="457200" lvl="1" indent="0">
              <a:buNone/>
            </a:pPr>
            <a:endParaRPr lang="fr-CA"/>
          </a:p>
          <a:p>
            <a:pPr lvl="1"/>
            <a:r>
              <a:rPr lang="fr-CA"/>
              <a:t>Comme pour une image, il suffit d’utiliser un </a:t>
            </a:r>
            <a:r>
              <a:rPr lang="fr-CA">
                <a:solidFill>
                  <a:srgbClr val="E351E7"/>
                </a:solidFill>
              </a:rPr>
              <a:t>lien relatif </a:t>
            </a:r>
            <a:r>
              <a:rPr lang="fr-CA"/>
              <a:t>pour que l’élément </a:t>
            </a:r>
            <a:r>
              <a:rPr lang="fr-CA">
                <a:solidFill>
                  <a:srgbClr val="E351E7"/>
                </a:solidFill>
              </a:rPr>
              <a:t>a</a:t>
            </a:r>
            <a:r>
              <a:rPr lang="fr-CA"/>
              <a:t> nous amène vers l’autre page.</a:t>
            </a:r>
          </a:p>
          <a:p>
            <a:pPr lvl="1"/>
            <a:r>
              <a:rPr lang="fr-CA"/>
              <a:t>Voici le code dans nos 2 pages :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E23A9D9-BAA3-4E4B-8A17-0BDA0C7B7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3488" y="1927341"/>
            <a:ext cx="5243014" cy="1356478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549C942-4DD1-4349-BE1E-7DBB2E598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7401" y="4782671"/>
            <a:ext cx="6408975" cy="327688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CF5B5E56-8E27-4285-B073-5ACC1FEC91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7401" y="5617710"/>
            <a:ext cx="6317527" cy="304826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sp>
        <p:nvSpPr>
          <p:cNvPr id="20" name="Espace réservé du contenu 2">
            <a:extLst>
              <a:ext uri="{FF2B5EF4-FFF2-40B4-BE49-F238E27FC236}">
                <a16:creationId xmlns:a16="http://schemas.microsoft.com/office/drawing/2014/main" id="{E7365B2E-9C08-4119-B550-598E92B0171E}"/>
              </a:ext>
            </a:extLst>
          </p:cNvPr>
          <p:cNvSpPr txBox="1">
            <a:spLocks/>
          </p:cNvSpPr>
          <p:nvPr/>
        </p:nvSpPr>
        <p:spPr>
          <a:xfrm>
            <a:off x="1292220" y="4837888"/>
            <a:ext cx="1562910" cy="467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Char char=""/>
              <a:defRPr sz="2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A" sz="2000"/>
              <a:t>Accueil</a:t>
            </a:r>
          </a:p>
        </p:txBody>
      </p:sp>
      <p:sp>
        <p:nvSpPr>
          <p:cNvPr id="21" name="Espace réservé du contenu 2">
            <a:extLst>
              <a:ext uri="{FF2B5EF4-FFF2-40B4-BE49-F238E27FC236}">
                <a16:creationId xmlns:a16="http://schemas.microsoft.com/office/drawing/2014/main" id="{4AF4349D-DC43-46E9-8F6B-0DCEDC69C78C}"/>
              </a:ext>
            </a:extLst>
          </p:cNvPr>
          <p:cNvSpPr txBox="1">
            <a:spLocks/>
          </p:cNvSpPr>
          <p:nvPr/>
        </p:nvSpPr>
        <p:spPr>
          <a:xfrm>
            <a:off x="1162989" y="5589654"/>
            <a:ext cx="1562910" cy="467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Char char=""/>
              <a:defRPr sz="2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A" sz="2000"/>
              <a:t>À propos</a:t>
            </a:r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CCC1F8CE-5F8C-42B8-9464-3FC2AB283E13}"/>
              </a:ext>
            </a:extLst>
          </p:cNvPr>
          <p:cNvCxnSpPr>
            <a:cxnSpLocks/>
          </p:cNvCxnSpPr>
          <p:nvPr/>
        </p:nvCxnSpPr>
        <p:spPr>
          <a:xfrm>
            <a:off x="2296442" y="5006926"/>
            <a:ext cx="632091" cy="0"/>
          </a:xfrm>
          <a:prstGeom prst="straightConnector1">
            <a:avLst/>
          </a:prstGeom>
          <a:ln w="38100">
            <a:solidFill>
              <a:srgbClr val="8197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333B7075-985B-4021-B149-189E21B86AF4}"/>
              </a:ext>
            </a:extLst>
          </p:cNvPr>
          <p:cNvCxnSpPr>
            <a:cxnSpLocks/>
          </p:cNvCxnSpPr>
          <p:nvPr/>
        </p:nvCxnSpPr>
        <p:spPr>
          <a:xfrm>
            <a:off x="2346417" y="5763603"/>
            <a:ext cx="632091" cy="0"/>
          </a:xfrm>
          <a:prstGeom prst="straightConnector1">
            <a:avLst/>
          </a:prstGeom>
          <a:ln w="38100">
            <a:solidFill>
              <a:srgbClr val="8197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8266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27FDDE-25A6-43A1-A8B7-EE10D8052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Navigation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51D0FC-1E44-4AE1-AE3E-8B2485AB0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L’élément </a:t>
            </a:r>
            <a:r>
              <a:rPr lang="fr-CA" b="1">
                <a:solidFill>
                  <a:srgbClr val="E351E7"/>
                </a:solidFill>
              </a:rPr>
              <a:t>a</a:t>
            </a:r>
          </a:p>
          <a:p>
            <a:endParaRPr lang="fr-CA" b="1">
              <a:solidFill>
                <a:srgbClr val="E351E7"/>
              </a:solidFill>
            </a:endParaRPr>
          </a:p>
          <a:p>
            <a:pPr lvl="1"/>
            <a:r>
              <a:rPr lang="fr-CA"/>
              <a:t>Le texte « </a:t>
            </a:r>
            <a:r>
              <a:rPr lang="fr-CA" b="1"/>
              <a:t>À propos </a:t>
            </a:r>
            <a:r>
              <a:rPr lang="fr-CA"/>
              <a:t>» est entouré d’un élément </a:t>
            </a:r>
            <a:r>
              <a:rPr lang="fr-CA" b="1">
                <a:solidFill>
                  <a:srgbClr val="E351E7"/>
                </a:solidFill>
              </a:rPr>
              <a:t>a</a:t>
            </a:r>
            <a:r>
              <a:rPr lang="fr-CA"/>
              <a:t> qui mène vers la page </a:t>
            </a:r>
            <a:r>
              <a:rPr lang="fr-CA">
                <a:solidFill>
                  <a:srgbClr val="E351E7"/>
                </a:solidFill>
              </a:rPr>
              <a:t>apropos.html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r>
              <a:rPr lang="fr-CA"/>
              <a:t>Le texte « </a:t>
            </a:r>
            <a:r>
              <a:rPr lang="fr-CA" b="1"/>
              <a:t>Accueil </a:t>
            </a:r>
            <a:r>
              <a:rPr lang="fr-CA"/>
              <a:t>» est entouré d’un élément </a:t>
            </a:r>
            <a:r>
              <a:rPr lang="fr-CA" b="1">
                <a:solidFill>
                  <a:srgbClr val="E351E7"/>
                </a:solidFill>
              </a:rPr>
              <a:t>a</a:t>
            </a:r>
            <a:r>
              <a:rPr lang="fr-CA"/>
              <a:t> qui mène vers la page </a:t>
            </a:r>
            <a:r>
              <a:rPr lang="fr-CA">
                <a:solidFill>
                  <a:srgbClr val="E351E7"/>
                </a:solidFill>
              </a:rPr>
              <a:t>accueil.html</a:t>
            </a:r>
          </a:p>
          <a:p>
            <a:pPr marL="0" indent="0">
              <a:buNone/>
            </a:pPr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549C942-4DD1-4349-BE1E-7DBB2E598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2118" y="1562976"/>
            <a:ext cx="6408975" cy="327688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CF5B5E56-8E27-4285-B073-5ACC1FEC91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2118" y="2983386"/>
            <a:ext cx="6317527" cy="304826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2673FE14-E340-4ACE-B91C-56E7A4873E8A}"/>
              </a:ext>
            </a:extLst>
          </p:cNvPr>
          <p:cNvSpPr txBox="1">
            <a:spLocks/>
          </p:cNvSpPr>
          <p:nvPr/>
        </p:nvSpPr>
        <p:spPr>
          <a:xfrm>
            <a:off x="1131328" y="1551297"/>
            <a:ext cx="2144620" cy="467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Char char=""/>
              <a:defRPr sz="2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A" sz="2000"/>
              <a:t>Page </a:t>
            </a:r>
            <a:r>
              <a:rPr lang="fr-CA" sz="2000" b="1"/>
              <a:t>Accueil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5298DBF6-92A9-41ED-8100-4A5EBD817472}"/>
              </a:ext>
            </a:extLst>
          </p:cNvPr>
          <p:cNvSpPr txBox="1">
            <a:spLocks/>
          </p:cNvSpPr>
          <p:nvPr/>
        </p:nvSpPr>
        <p:spPr>
          <a:xfrm>
            <a:off x="933855" y="2961850"/>
            <a:ext cx="2144620" cy="467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Char char=""/>
              <a:defRPr sz="2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A" sz="2000"/>
              <a:t>Page </a:t>
            </a:r>
            <a:r>
              <a:rPr lang="fr-CA" sz="2000" b="1"/>
              <a:t>À propos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37337DC9-0E4C-454D-8AC9-60B9A4EF6AA3}"/>
              </a:ext>
            </a:extLst>
          </p:cNvPr>
          <p:cNvCxnSpPr>
            <a:cxnSpLocks/>
          </p:cNvCxnSpPr>
          <p:nvPr/>
        </p:nvCxnSpPr>
        <p:spPr>
          <a:xfrm>
            <a:off x="2717260" y="1733305"/>
            <a:ext cx="632091" cy="0"/>
          </a:xfrm>
          <a:prstGeom prst="straightConnector1">
            <a:avLst/>
          </a:prstGeom>
          <a:ln w="38100">
            <a:solidFill>
              <a:srgbClr val="8197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8B0AFB51-11A4-4879-9C31-6EDB3532F51C}"/>
              </a:ext>
            </a:extLst>
          </p:cNvPr>
          <p:cNvCxnSpPr>
            <a:cxnSpLocks/>
          </p:cNvCxnSpPr>
          <p:nvPr/>
        </p:nvCxnSpPr>
        <p:spPr>
          <a:xfrm>
            <a:off x="2698993" y="3135799"/>
            <a:ext cx="632091" cy="0"/>
          </a:xfrm>
          <a:prstGeom prst="straightConnector1">
            <a:avLst/>
          </a:prstGeom>
          <a:ln w="38100">
            <a:solidFill>
              <a:srgbClr val="8197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 16">
            <a:extLst>
              <a:ext uri="{FF2B5EF4-FFF2-40B4-BE49-F238E27FC236}">
                <a16:creationId xmlns:a16="http://schemas.microsoft.com/office/drawing/2014/main" id="{D7091445-EF5C-4387-AC8B-215D7CC34E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659" y="3959351"/>
            <a:ext cx="2316681" cy="2217612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6C0CCDEB-4559-4E59-8677-81660FEDB5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9595" y="3932350"/>
            <a:ext cx="3444538" cy="2362405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BB74C943-3F6E-474C-BEDB-47B5B5D40760}"/>
              </a:ext>
            </a:extLst>
          </p:cNvPr>
          <p:cNvCxnSpPr>
            <a:cxnSpLocks/>
          </p:cNvCxnSpPr>
          <p:nvPr/>
        </p:nvCxnSpPr>
        <p:spPr>
          <a:xfrm>
            <a:off x="7328170" y="5129718"/>
            <a:ext cx="1141379" cy="0"/>
          </a:xfrm>
          <a:prstGeom prst="straightConnector1">
            <a:avLst/>
          </a:prstGeom>
          <a:ln w="76200">
            <a:solidFill>
              <a:srgbClr val="8197B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contenu 2">
            <a:extLst>
              <a:ext uri="{FF2B5EF4-FFF2-40B4-BE49-F238E27FC236}">
                <a16:creationId xmlns:a16="http://schemas.microsoft.com/office/drawing/2014/main" id="{25C27BD6-45EC-47C2-9BB1-1205CA5A337B}"/>
              </a:ext>
            </a:extLst>
          </p:cNvPr>
          <p:cNvSpPr txBox="1">
            <a:spLocks/>
          </p:cNvSpPr>
          <p:nvPr/>
        </p:nvSpPr>
        <p:spPr>
          <a:xfrm>
            <a:off x="177867" y="4816296"/>
            <a:ext cx="3938399" cy="16483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Char char=""/>
              <a:defRPr sz="2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A" sz="2000"/>
              <a:t>Le texte cliquable devient par défaut </a:t>
            </a:r>
            <a:r>
              <a:rPr lang="fr-CA" sz="2000">
                <a:solidFill>
                  <a:srgbClr val="00B0F0"/>
                </a:solidFill>
              </a:rPr>
              <a:t>bleu</a:t>
            </a:r>
            <a:r>
              <a:rPr lang="fr-CA" sz="2000"/>
              <a:t> (ou </a:t>
            </a:r>
            <a:r>
              <a:rPr lang="fr-CA" sz="2000">
                <a:solidFill>
                  <a:srgbClr val="A785B8"/>
                </a:solidFill>
              </a:rPr>
              <a:t>violet</a:t>
            </a:r>
            <a:r>
              <a:rPr lang="fr-CA" sz="2000"/>
              <a:t> si vous avez déjà visité la page visitable)</a:t>
            </a:r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3CB35201-740D-4E95-881B-8CF418FF8360}"/>
              </a:ext>
            </a:extLst>
          </p:cNvPr>
          <p:cNvCxnSpPr>
            <a:cxnSpLocks/>
          </p:cNvCxnSpPr>
          <p:nvPr/>
        </p:nvCxnSpPr>
        <p:spPr>
          <a:xfrm flipV="1">
            <a:off x="3553851" y="4714672"/>
            <a:ext cx="1997400" cy="222742"/>
          </a:xfrm>
          <a:prstGeom prst="straightConnector1">
            <a:avLst/>
          </a:prstGeom>
          <a:ln w="38100">
            <a:solidFill>
              <a:srgbClr val="8197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82167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27FDDE-25A6-43A1-A8B7-EE10D8052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Navigation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51D0FC-1E44-4AE1-AE3E-8B2485AB0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L’élément </a:t>
            </a:r>
            <a:r>
              <a:rPr lang="fr-CA" b="1">
                <a:solidFill>
                  <a:srgbClr val="E351E7"/>
                </a:solidFill>
              </a:rPr>
              <a:t>a</a:t>
            </a:r>
          </a:p>
          <a:p>
            <a:pPr lvl="1"/>
            <a:r>
              <a:rPr lang="fr-CA"/>
              <a:t>Lien vers un site Web externe :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r>
              <a:rPr lang="fr-CA"/>
              <a:t>Lien vers un document situé dans le même dossier que la page Web (lance le téléchargement du document en question) :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CE70867-BCBF-40B1-A0B6-E44FE5766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551" y="2261476"/>
            <a:ext cx="7353937" cy="472481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E8983420-5A41-4741-B0E4-87F06F754D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6694" y="2291839"/>
            <a:ext cx="3383573" cy="358171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62D5BDFD-C1E3-4E51-9459-692E4496B6EA}"/>
              </a:ext>
            </a:extLst>
          </p:cNvPr>
          <p:cNvCxnSpPr>
            <a:cxnSpLocks/>
          </p:cNvCxnSpPr>
          <p:nvPr/>
        </p:nvCxnSpPr>
        <p:spPr>
          <a:xfrm>
            <a:off x="7691336" y="2470925"/>
            <a:ext cx="801510" cy="0"/>
          </a:xfrm>
          <a:prstGeom prst="straightConnector1">
            <a:avLst/>
          </a:prstGeom>
          <a:ln w="76200">
            <a:solidFill>
              <a:srgbClr val="8197B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Image 23">
            <a:extLst>
              <a:ext uri="{FF2B5EF4-FFF2-40B4-BE49-F238E27FC236}">
                <a16:creationId xmlns:a16="http://schemas.microsoft.com/office/drawing/2014/main" id="{E937BA11-583E-4126-897B-1690C0DBDE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60" y="4076273"/>
            <a:ext cx="6165114" cy="495343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62032773-515D-4D96-AA22-D38999443A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7504" y="4141048"/>
            <a:ext cx="3375953" cy="365792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3E10BBD7-055C-49EF-B93D-A8C102AA300E}"/>
              </a:ext>
            </a:extLst>
          </p:cNvPr>
          <p:cNvCxnSpPr>
            <a:cxnSpLocks/>
          </p:cNvCxnSpPr>
          <p:nvPr/>
        </p:nvCxnSpPr>
        <p:spPr>
          <a:xfrm>
            <a:off x="6816780" y="4332873"/>
            <a:ext cx="1120990" cy="0"/>
          </a:xfrm>
          <a:prstGeom prst="straightConnector1">
            <a:avLst/>
          </a:prstGeom>
          <a:ln w="76200">
            <a:solidFill>
              <a:srgbClr val="8197B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Image 30">
            <a:extLst>
              <a:ext uri="{FF2B5EF4-FFF2-40B4-BE49-F238E27FC236}">
                <a16:creationId xmlns:a16="http://schemas.microsoft.com/office/drawing/2014/main" id="{2DB22C86-24CC-43F4-AFE7-DDA2BAF5DB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2468" y="4723788"/>
            <a:ext cx="1965852" cy="1453175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</p:spTree>
    <p:extLst>
      <p:ext uri="{BB962C8B-B14F-4D97-AF65-F5344CB8AC3E}">
        <p14:creationId xmlns:p14="http://schemas.microsoft.com/office/powerpoint/2010/main" val="40035343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2CBD2F-BD08-4DFA-ACAE-40FCDF1A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Validation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8CF1F4-FAED-4CDC-8CC2-9ACE19C63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b="1"/>
              <a:t>Valider</a:t>
            </a:r>
            <a:r>
              <a:rPr lang="fr-CA"/>
              <a:t> son code HTML = Vérifier qu’il n’y a aucune erreur de syntaxe</a:t>
            </a:r>
          </a:p>
          <a:p>
            <a:pPr lvl="1"/>
            <a:r>
              <a:rPr lang="fr-CA"/>
              <a:t>Très important ! </a:t>
            </a:r>
          </a:p>
          <a:p>
            <a:pPr lvl="1"/>
            <a:r>
              <a:rPr lang="fr-CA"/>
              <a:t>Votre page ou des éléments pourraient mal s’afficher.</a:t>
            </a:r>
          </a:p>
          <a:p>
            <a:pPr marL="457200" lvl="1" indent="0">
              <a:buNone/>
            </a:pPr>
            <a:endParaRPr lang="fr-CA"/>
          </a:p>
          <a:p>
            <a:r>
              <a:rPr lang="fr-CA" b="1"/>
              <a:t>Accessibilité</a:t>
            </a:r>
            <a:r>
              <a:rPr lang="fr-CA"/>
              <a:t> : Concept qui facilite l’accès au contenu Web pour des gens avec des handicaps variés.</a:t>
            </a:r>
          </a:p>
          <a:p>
            <a:pPr lvl="1"/>
            <a:r>
              <a:rPr lang="fr-CA"/>
              <a:t>Exemple concret : Utilisateur aveugle qui utilise un « Lecteur de page Web » qui verbalise le contenu de la page.</a:t>
            </a:r>
          </a:p>
          <a:p>
            <a:pPr lvl="2"/>
            <a:r>
              <a:rPr lang="fr-CA"/>
              <a:t>Si vous faites des erreurs de syntaxe, ce genre d’outil se met à très mal fonctionner et l’utilisateur ne pourra pas profiter de votre contenu.</a:t>
            </a:r>
          </a:p>
        </p:txBody>
      </p:sp>
    </p:spTree>
    <p:extLst>
      <p:ext uri="{BB962C8B-B14F-4D97-AF65-F5344CB8AC3E}">
        <p14:creationId xmlns:p14="http://schemas.microsoft.com/office/powerpoint/2010/main" val="17750833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2CBD2F-BD08-4DFA-ACAE-40FCDF1A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Validation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8CF1F4-FAED-4CDC-8CC2-9ACE19C63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b="1"/>
              <a:t>Comment valider ?</a:t>
            </a:r>
          </a:p>
          <a:p>
            <a:pPr lvl="1"/>
            <a:r>
              <a:rPr lang="fr-CA"/>
              <a:t>Grâce à l’outil </a:t>
            </a:r>
            <a:r>
              <a:rPr lang="fr-CA">
                <a:hlinkClick r:id="rId2"/>
              </a:rPr>
              <a:t>https://validator.w3.org/</a:t>
            </a:r>
            <a:endParaRPr lang="fr-CA"/>
          </a:p>
          <a:p>
            <a:pPr lvl="1"/>
            <a:endParaRPr lang="fr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E6AE022-713A-442A-8CEC-D27219E88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581" y="2336114"/>
            <a:ext cx="5776461" cy="3353091"/>
          </a:xfrm>
          <a:prstGeom prst="rect">
            <a:avLst/>
          </a:prstGeom>
        </p:spPr>
      </p:pic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EBAF6EE4-FC12-460E-A6A7-4CD4906E426D}"/>
              </a:ext>
            </a:extLst>
          </p:cNvPr>
          <p:cNvSpPr txBox="1">
            <a:spLocks/>
          </p:cNvSpPr>
          <p:nvPr/>
        </p:nvSpPr>
        <p:spPr>
          <a:xfrm>
            <a:off x="285752" y="2960814"/>
            <a:ext cx="2727461" cy="438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Char char=""/>
              <a:defRPr sz="2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A" sz="2000"/>
              <a:t>Choisissez cet onglet.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4E8B67E3-74F1-4B52-AB7A-6CBD0C604BCD}"/>
              </a:ext>
            </a:extLst>
          </p:cNvPr>
          <p:cNvSpPr txBox="1">
            <a:spLocks/>
          </p:cNvSpPr>
          <p:nvPr/>
        </p:nvSpPr>
        <p:spPr>
          <a:xfrm>
            <a:off x="285753" y="3875904"/>
            <a:ext cx="2727461" cy="798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Char char=""/>
              <a:defRPr sz="2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A" sz="2000"/>
              <a:t>Trouvez votre fichier .html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7E91A48C-CF23-4481-B476-DBBDD25BEA99}"/>
              </a:ext>
            </a:extLst>
          </p:cNvPr>
          <p:cNvSpPr txBox="1">
            <a:spLocks/>
          </p:cNvSpPr>
          <p:nvPr/>
        </p:nvSpPr>
        <p:spPr>
          <a:xfrm>
            <a:off x="285752" y="5111317"/>
            <a:ext cx="2727461" cy="798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Char char=""/>
              <a:defRPr sz="2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A" sz="2000"/>
              <a:t>Vérifiez la validité !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CBFB0FAE-498E-4012-9BDB-B7625562E08A}"/>
              </a:ext>
            </a:extLst>
          </p:cNvPr>
          <p:cNvCxnSpPr>
            <a:cxnSpLocks/>
          </p:cNvCxnSpPr>
          <p:nvPr/>
        </p:nvCxnSpPr>
        <p:spPr>
          <a:xfrm>
            <a:off x="2622798" y="4121236"/>
            <a:ext cx="1268266" cy="418338"/>
          </a:xfrm>
          <a:prstGeom prst="straightConnector1">
            <a:avLst/>
          </a:prstGeom>
          <a:ln w="57150">
            <a:solidFill>
              <a:srgbClr val="8197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6DAC86FD-C106-448D-8EE8-B503CF0A2995}"/>
              </a:ext>
            </a:extLst>
          </p:cNvPr>
          <p:cNvCxnSpPr>
            <a:cxnSpLocks/>
          </p:cNvCxnSpPr>
          <p:nvPr/>
        </p:nvCxnSpPr>
        <p:spPr>
          <a:xfrm>
            <a:off x="2581528" y="3184872"/>
            <a:ext cx="2029383" cy="203274"/>
          </a:xfrm>
          <a:prstGeom prst="straightConnector1">
            <a:avLst/>
          </a:prstGeom>
          <a:ln w="57150">
            <a:solidFill>
              <a:srgbClr val="8197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2B16360C-5E2A-4C5B-B8AC-5CABC6285D44}"/>
              </a:ext>
            </a:extLst>
          </p:cNvPr>
          <p:cNvCxnSpPr>
            <a:cxnSpLocks/>
          </p:cNvCxnSpPr>
          <p:nvPr/>
        </p:nvCxnSpPr>
        <p:spPr>
          <a:xfrm>
            <a:off x="2422643" y="5256631"/>
            <a:ext cx="2726531" cy="253778"/>
          </a:xfrm>
          <a:prstGeom prst="straightConnector1">
            <a:avLst/>
          </a:prstGeom>
          <a:ln w="57150">
            <a:solidFill>
              <a:srgbClr val="8197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86869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2CBD2F-BD08-4DFA-ACAE-40FCDF1A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Validation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8CF1F4-FAED-4CDC-8CC2-9ACE19C63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CA"/>
              <a:t>Exemple :</a:t>
            </a:r>
          </a:p>
          <a:p>
            <a:pPr lvl="1"/>
            <a:r>
              <a:rPr lang="fr-CA"/>
              <a:t>Cette page Web est-elle valide .. ?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r>
              <a:rPr lang="fr-CA" err="1"/>
              <a:t>Oulala</a:t>
            </a:r>
            <a:r>
              <a:rPr lang="fr-CA"/>
              <a:t>… il y a quelques erreurs !</a:t>
            </a:r>
          </a:p>
          <a:p>
            <a:pPr lvl="1"/>
            <a:endParaRPr lang="fr-CA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1D058ABD-1853-427F-9387-ECEDEEB9E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73" y="2096494"/>
            <a:ext cx="4915326" cy="3261643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4C725E54-CE74-4F57-961F-44FB56F2F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4757" y="1504561"/>
            <a:ext cx="3749822" cy="4323982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F9164BED-CE3E-4C54-83A0-C9734A23C282}"/>
              </a:ext>
            </a:extLst>
          </p:cNvPr>
          <p:cNvCxnSpPr>
            <a:cxnSpLocks/>
          </p:cNvCxnSpPr>
          <p:nvPr/>
        </p:nvCxnSpPr>
        <p:spPr>
          <a:xfrm flipH="1">
            <a:off x="5753526" y="3727315"/>
            <a:ext cx="1243904" cy="0"/>
          </a:xfrm>
          <a:prstGeom prst="straightConnector1">
            <a:avLst/>
          </a:prstGeom>
          <a:ln w="76200">
            <a:solidFill>
              <a:srgbClr val="8197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23302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0A5F15-A816-4F6D-B189-A0CE04782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Question de validation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3A47B1-59BF-4C12-AC78-D674AAB7D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Quels sont les 4 éléments à corriger / améliorer ?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A083277-70A3-490C-84A1-2E73E50FF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818" y="1892397"/>
            <a:ext cx="5931808" cy="3936146"/>
          </a:xfrm>
          <a:prstGeom prst="rect">
            <a:avLst/>
          </a:prstGeom>
          <a:ln w="38100">
            <a:solidFill>
              <a:srgbClr val="B681AE"/>
            </a:solidFill>
          </a:ln>
        </p:spPr>
      </p:pic>
    </p:spTree>
    <p:extLst>
      <p:ext uri="{BB962C8B-B14F-4D97-AF65-F5344CB8AC3E}">
        <p14:creationId xmlns:p14="http://schemas.microsoft.com/office/powerpoint/2010/main" val="562301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0A5F15-A816-4F6D-B189-A0CE04782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Question de validation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3A47B1-59BF-4C12-AC78-D674AAB7D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Quels sont les 4 éléments à corriger / améliorer ?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9329E86-1C74-4ABB-A1CD-AE465CFB6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817" y="1892397"/>
            <a:ext cx="5977203" cy="3920233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</p:spTree>
    <p:extLst>
      <p:ext uri="{BB962C8B-B14F-4D97-AF65-F5344CB8AC3E}">
        <p14:creationId xmlns:p14="http://schemas.microsoft.com/office/powerpoint/2010/main" val="24848871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2CBD2F-BD08-4DFA-ACAE-40FCDF1A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Validation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8CF1F4-FAED-4CDC-8CC2-9ACE19C63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/>
              <a:t>Correction :</a:t>
            </a:r>
          </a:p>
          <a:p>
            <a:pPr lvl="1"/>
            <a:r>
              <a:rPr lang="fr-CA"/>
              <a:t>Ajouter la langue dans </a:t>
            </a:r>
            <a:r>
              <a:rPr lang="fr-CA">
                <a:solidFill>
                  <a:srgbClr val="E351E7"/>
                </a:solidFill>
              </a:rPr>
              <a:t>&lt;html&gt;</a:t>
            </a:r>
          </a:p>
          <a:p>
            <a:pPr lvl="2"/>
            <a:r>
              <a:rPr lang="fr-CA"/>
              <a:t>Améliore le référencement pour </a:t>
            </a:r>
          </a:p>
          <a:p>
            <a:pPr marL="914400" lvl="2" indent="0">
              <a:buNone/>
            </a:pPr>
            <a:r>
              <a:rPr lang="fr-CA"/>
              <a:t>les moteurs de recherche !</a:t>
            </a:r>
          </a:p>
          <a:p>
            <a:pPr marL="914400" lvl="2" indent="0">
              <a:buNone/>
            </a:pPr>
            <a:endParaRPr lang="fr-CA"/>
          </a:p>
          <a:p>
            <a:pPr lvl="1"/>
            <a:r>
              <a:rPr lang="fr-CA"/>
              <a:t>Ajouter la famille de caractères dans le </a:t>
            </a:r>
            <a:r>
              <a:rPr lang="fr-CA">
                <a:solidFill>
                  <a:srgbClr val="E351E7"/>
                </a:solidFill>
              </a:rPr>
              <a:t>&lt;</a:t>
            </a:r>
            <a:r>
              <a:rPr lang="fr-CA" err="1">
                <a:solidFill>
                  <a:srgbClr val="E351E7"/>
                </a:solidFill>
              </a:rPr>
              <a:t>head</a:t>
            </a:r>
            <a:r>
              <a:rPr lang="fr-CA">
                <a:solidFill>
                  <a:srgbClr val="E351E7"/>
                </a:solidFill>
              </a:rPr>
              <a:t>&gt;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r>
              <a:rPr lang="fr-CA"/>
              <a:t>Mettre </a:t>
            </a:r>
            <a:r>
              <a:rPr lang="fr-CA">
                <a:solidFill>
                  <a:srgbClr val="E351E7"/>
                </a:solidFill>
              </a:rPr>
              <a:t>&lt;/h1&gt; </a:t>
            </a:r>
            <a:r>
              <a:rPr lang="fr-CA"/>
              <a:t>plutôt que </a:t>
            </a:r>
            <a:r>
              <a:rPr lang="fr-CA">
                <a:solidFill>
                  <a:srgbClr val="E351E7"/>
                </a:solidFill>
              </a:rPr>
              <a:t>&lt;/h2&gt;</a:t>
            </a:r>
            <a:r>
              <a:rPr lang="fr-CA"/>
              <a:t> pour</a:t>
            </a:r>
          </a:p>
          <a:p>
            <a:pPr marL="457200" lvl="1" indent="0">
              <a:buNone/>
            </a:pPr>
            <a:r>
              <a:rPr lang="fr-CA"/>
              <a:t>la balise de fermeture qui était erronée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EFDB213-90BC-49BC-BB21-F12F37A2C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8276" y="1855779"/>
            <a:ext cx="1691787" cy="434378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3A6E671-417E-4906-ACD4-C3767FF76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195" y="1311675"/>
            <a:ext cx="3433281" cy="1522585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101B6E57-D490-4B23-BE8E-353DB05ECA71}"/>
              </a:ext>
            </a:extLst>
          </p:cNvPr>
          <p:cNvCxnSpPr>
            <a:cxnSpLocks/>
          </p:cNvCxnSpPr>
          <p:nvPr/>
        </p:nvCxnSpPr>
        <p:spPr>
          <a:xfrm flipH="1">
            <a:off x="7697822" y="2170889"/>
            <a:ext cx="739302" cy="0"/>
          </a:xfrm>
          <a:prstGeom prst="straightConnector1">
            <a:avLst/>
          </a:prstGeom>
          <a:ln w="76200">
            <a:solidFill>
              <a:srgbClr val="8197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 11">
            <a:extLst>
              <a:ext uri="{FF2B5EF4-FFF2-40B4-BE49-F238E27FC236}">
                <a16:creationId xmlns:a16="http://schemas.microsoft.com/office/drawing/2014/main" id="{6651494C-BE86-4E29-933A-83F2AC7304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9720" y="3464540"/>
            <a:ext cx="4279796" cy="676719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08E61A25-2AB9-41CC-BC6A-541EA1D6D1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7816" y="3429000"/>
            <a:ext cx="3345470" cy="784928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C4134519-95B6-4D35-8C25-E0B19ACE6D68}"/>
              </a:ext>
            </a:extLst>
          </p:cNvPr>
          <p:cNvCxnSpPr>
            <a:cxnSpLocks/>
          </p:cNvCxnSpPr>
          <p:nvPr/>
        </p:nvCxnSpPr>
        <p:spPr>
          <a:xfrm flipH="1">
            <a:off x="5191114" y="3821464"/>
            <a:ext cx="1274323" cy="0"/>
          </a:xfrm>
          <a:prstGeom prst="straightConnector1">
            <a:avLst/>
          </a:prstGeom>
          <a:ln w="76200">
            <a:solidFill>
              <a:srgbClr val="8197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Image 19">
            <a:extLst>
              <a:ext uri="{FF2B5EF4-FFF2-40B4-BE49-F238E27FC236}">
                <a16:creationId xmlns:a16="http://schemas.microsoft.com/office/drawing/2014/main" id="{DE6C3B97-8F55-488F-8F64-A560ED617E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9720" y="5124670"/>
            <a:ext cx="4644786" cy="843309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40E182E7-41D6-4C81-9FA9-61FEC9928F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25487" y="5485434"/>
            <a:ext cx="2491956" cy="243861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B1C932C3-1950-45C1-8F48-7C307CDDCACD}"/>
              </a:ext>
            </a:extLst>
          </p:cNvPr>
          <p:cNvCxnSpPr>
            <a:cxnSpLocks/>
          </p:cNvCxnSpPr>
          <p:nvPr/>
        </p:nvCxnSpPr>
        <p:spPr>
          <a:xfrm flipH="1">
            <a:off x="5097427" y="5607365"/>
            <a:ext cx="1274323" cy="0"/>
          </a:xfrm>
          <a:prstGeom prst="straightConnector1">
            <a:avLst/>
          </a:prstGeom>
          <a:ln w="76200">
            <a:solidFill>
              <a:srgbClr val="8197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02430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2CBD2F-BD08-4DFA-ACAE-40FCDF1A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Validation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8CF1F4-FAED-4CDC-8CC2-9ACE19C63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/>
              <a:t>Correction (suite) :</a:t>
            </a:r>
          </a:p>
          <a:p>
            <a:pPr lvl="1"/>
            <a:r>
              <a:rPr lang="fr-CA"/>
              <a:t>Les balises </a:t>
            </a:r>
            <a:r>
              <a:rPr lang="fr-CA" err="1">
                <a:solidFill>
                  <a:srgbClr val="E351E7"/>
                </a:solidFill>
              </a:rPr>
              <a:t>strong</a:t>
            </a:r>
            <a:r>
              <a:rPr lang="fr-CA"/>
              <a:t> et </a:t>
            </a:r>
            <a:r>
              <a:rPr lang="fr-CA" err="1">
                <a:solidFill>
                  <a:srgbClr val="E351E7"/>
                </a:solidFill>
              </a:rPr>
              <a:t>em</a:t>
            </a:r>
            <a:r>
              <a:rPr lang="fr-CA"/>
              <a:t> sont croisées … il faut les imbriquer.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AF3794A-6D60-4694-9E7C-C5BD65477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970" y="2590286"/>
            <a:ext cx="4594025" cy="253658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D282D2F-3457-48DF-9324-77E700780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533" y="1938230"/>
            <a:ext cx="3663969" cy="1557770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5804681E-1B3E-447E-8872-06F3FBF55E95}"/>
              </a:ext>
            </a:extLst>
          </p:cNvPr>
          <p:cNvCxnSpPr>
            <a:cxnSpLocks/>
          </p:cNvCxnSpPr>
          <p:nvPr/>
        </p:nvCxnSpPr>
        <p:spPr>
          <a:xfrm flipH="1">
            <a:off x="5867400" y="2717115"/>
            <a:ext cx="1274323" cy="0"/>
          </a:xfrm>
          <a:prstGeom prst="straightConnector1">
            <a:avLst/>
          </a:prstGeom>
          <a:ln w="76200">
            <a:solidFill>
              <a:srgbClr val="8197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08462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40EE25-8E4D-4348-9817-A91107CEC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Validation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568F5C-2BEC-4606-89AF-4BA33EF9B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Code corrigé :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EE7B37F-22C6-42A9-8F78-81E456787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42" y="1717417"/>
            <a:ext cx="5750558" cy="3771585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19FF05F-5DAE-4A11-9948-A2775BEEC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130" y="3079483"/>
            <a:ext cx="4922947" cy="1165961"/>
          </a:xfrm>
          <a:prstGeom prst="rect">
            <a:avLst/>
          </a:prstGeom>
          <a:ln w="38100">
            <a:solidFill>
              <a:srgbClr val="8197B6"/>
            </a:solidFill>
          </a:ln>
        </p:spPr>
      </p:pic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9573C08D-72F9-432A-ADA1-6625ED2CEFF1}"/>
              </a:ext>
            </a:extLst>
          </p:cNvPr>
          <p:cNvSpPr txBox="1">
            <a:spLocks/>
          </p:cNvSpPr>
          <p:nvPr/>
        </p:nvSpPr>
        <p:spPr>
          <a:xfrm>
            <a:off x="7696022" y="2630815"/>
            <a:ext cx="4198908" cy="798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Symbol" panose="05050102010706020507" pitchFamily="18" charset="2"/>
              <a:buChar char=""/>
              <a:defRPr sz="2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"/>
              <a:defRPr sz="1800" kern="1200">
                <a:solidFill>
                  <a:srgbClr val="8197B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A" sz="2000"/>
              <a:t>Le validateur est content </a:t>
            </a:r>
            <a:r>
              <a:rPr lang="fr-CA" sz="2000">
                <a:sym typeface="Wingdings" panose="05000000000000000000" pitchFamily="2" charset="2"/>
              </a:rPr>
              <a:t></a:t>
            </a:r>
            <a:endParaRPr lang="fr-CA" sz="2000"/>
          </a:p>
        </p:txBody>
      </p:sp>
    </p:spTree>
    <p:extLst>
      <p:ext uri="{BB962C8B-B14F-4D97-AF65-F5344CB8AC3E}">
        <p14:creationId xmlns:p14="http://schemas.microsoft.com/office/powerpoint/2010/main" val="58040504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FBF3E00827D4439F695CE990D917D5" ma:contentTypeVersion="0" ma:contentTypeDescription="Crée un document." ma:contentTypeScope="" ma:versionID="ea33eddecf650c9ca46009dc8be034b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9028b6788f95684bad4f0cdee3402c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676ABC9-C3C7-4399-9280-4431C10825E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156F7A0-FFBA-4824-9A65-F0576F6B8B60}">
  <ds:schemaRefs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5BFCDED-A10B-4C2D-BB19-E87FA8F371BD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2390</Words>
  <Application>Microsoft Office PowerPoint</Application>
  <PresentationFormat>Grand écran</PresentationFormat>
  <Paragraphs>389</Paragraphs>
  <Slides>52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52</vt:i4>
      </vt:variant>
    </vt:vector>
  </HeadingPairs>
  <TitlesOfParts>
    <vt:vector size="60" baseType="lpstr">
      <vt:lpstr>Arial</vt:lpstr>
      <vt:lpstr>Calibri</vt:lpstr>
      <vt:lpstr>Calibri Light</vt:lpstr>
      <vt:lpstr>Courier New</vt:lpstr>
      <vt:lpstr>Symbol</vt:lpstr>
      <vt:lpstr>Verdana</vt:lpstr>
      <vt:lpstr>Wingdings</vt:lpstr>
      <vt:lpstr>Thème Office</vt:lpstr>
      <vt:lpstr>Introduction à HTML et CSS</vt:lpstr>
      <vt:lpstr>Menu du jour</vt:lpstr>
      <vt:lpstr>Présentation PowerPoint</vt:lpstr>
      <vt:lpstr>C’est quoi HTML ?</vt:lpstr>
      <vt:lpstr>C’est quoi HTML ?</vt:lpstr>
      <vt:lpstr>Structure de base</vt:lpstr>
      <vt:lpstr>Structure de base</vt:lpstr>
      <vt:lpstr>Structure de base</vt:lpstr>
      <vt:lpstr>Structure de base</vt:lpstr>
      <vt:lpstr>Structure de base</vt:lpstr>
      <vt:lpstr>Structure de base</vt:lpstr>
      <vt:lpstr>Question sur la syntaxe</vt:lpstr>
      <vt:lpstr>Structure de base</vt:lpstr>
      <vt:lpstr>Structure de base</vt:lpstr>
      <vt:lpstr>Structure de base</vt:lpstr>
      <vt:lpstr>Structure de base</vt:lpstr>
      <vt:lpstr>Structure de base</vt:lpstr>
      <vt:lpstr>Structure de base</vt:lpstr>
      <vt:lpstr>Structure de base</vt:lpstr>
      <vt:lpstr>Structure de base</vt:lpstr>
      <vt:lpstr>Structure de base</vt:lpstr>
      <vt:lpstr>Éléments de base</vt:lpstr>
      <vt:lpstr>Éléments de base</vt:lpstr>
      <vt:lpstr>Éléments de base</vt:lpstr>
      <vt:lpstr>Question sur &lt;br&gt;</vt:lpstr>
      <vt:lpstr>Question sur &lt;br&gt;</vt:lpstr>
      <vt:lpstr>Éléments de base</vt:lpstr>
      <vt:lpstr>Éléments de base</vt:lpstr>
      <vt:lpstr>Éléments de base</vt:lpstr>
      <vt:lpstr>Éléments de base</vt:lpstr>
      <vt:lpstr>Éléments de base</vt:lpstr>
      <vt:lpstr>Éléments de base</vt:lpstr>
      <vt:lpstr>Éléments de base</vt:lpstr>
      <vt:lpstr>Éléments de base</vt:lpstr>
      <vt:lpstr>Éléments de base</vt:lpstr>
      <vt:lpstr>Éléments de base</vt:lpstr>
      <vt:lpstr>Éléments de base</vt:lpstr>
      <vt:lpstr>Éléments de base</vt:lpstr>
      <vt:lpstr>Éléments de base</vt:lpstr>
      <vt:lpstr>Navigation</vt:lpstr>
      <vt:lpstr>Navigation</vt:lpstr>
      <vt:lpstr>Navigation</vt:lpstr>
      <vt:lpstr>Navigation</vt:lpstr>
      <vt:lpstr>Navigation</vt:lpstr>
      <vt:lpstr>Validation</vt:lpstr>
      <vt:lpstr>Validation</vt:lpstr>
      <vt:lpstr>Validation</vt:lpstr>
      <vt:lpstr>Question de validation</vt:lpstr>
      <vt:lpstr>Question de validation</vt:lpstr>
      <vt:lpstr>Validation</vt:lpstr>
      <vt:lpstr>Validation</vt:lpstr>
      <vt:lpstr>Validation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Bel -</dc:creator>
  <cp:lastModifiedBy>Éric Mathieu</cp:lastModifiedBy>
  <cp:revision>1</cp:revision>
  <dcterms:created xsi:type="dcterms:W3CDTF">2020-12-01T19:15:38Z</dcterms:created>
  <dcterms:modified xsi:type="dcterms:W3CDTF">2025-08-25T15:26:05Z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0x010100FAFBF3E00827D4439F695CE990D917D5</vt:lpwstr>
  </property>
  <property fmtid="{D5CDD505-2E9C-101B-9397-08002B2CF9AE}" pid="3" name="MediaServiceImageTags">
    <vt:lpwstr/>
  </property>
  <property fmtid="{D5CDD505-2E9C-101B-9397-08002B2CF9AE}" pid="4" name="Order">
    <vt:r8>200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_SourceUrl">
    <vt:lpwstr/>
  </property>
  <property fmtid="{D5CDD505-2E9C-101B-9397-08002B2CF9AE}" pid="12" name="_SharedFileIndex">
    <vt:lpwstr/>
  </property>
</Properties>
</file>